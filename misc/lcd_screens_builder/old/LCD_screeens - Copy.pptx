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2" r:id="rId3"/>
    <p:sldId id="273" r:id="rId4"/>
    <p:sldId id="276" r:id="rId5"/>
    <p:sldId id="275" r:id="rId6"/>
    <p:sldId id="274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6" r:id="rId16"/>
    <p:sldId id="287" r:id="rId17"/>
    <p:sldId id="285" r:id="rId18"/>
    <p:sldId id="289" r:id="rId19"/>
    <p:sldId id="288" r:id="rId20"/>
    <p:sldId id="292" r:id="rId21"/>
    <p:sldId id="291" r:id="rId22"/>
    <p:sldId id="290" r:id="rId23"/>
  </p:sldIdLst>
  <p:sldSz cx="15362238" cy="13166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6247" autoAdjust="0"/>
  </p:normalViewPr>
  <p:slideViewPr>
    <p:cSldViewPr snapToGrid="0">
      <p:cViewPr varScale="1">
        <p:scale>
          <a:sx n="56" d="100"/>
          <a:sy n="56" d="100"/>
        </p:scale>
        <p:origin x="216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2168" y="2154833"/>
            <a:ext cx="13057902" cy="4583971"/>
          </a:xfrm>
        </p:spPr>
        <p:txBody>
          <a:bodyPr anchor="b"/>
          <a:lstStyle>
            <a:lvl1pPr algn="ctr">
              <a:defRPr sz="10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80" y="6915579"/>
            <a:ext cx="11521679" cy="3178910"/>
          </a:xfrm>
        </p:spPr>
        <p:txBody>
          <a:bodyPr/>
          <a:lstStyle>
            <a:lvl1pPr marL="0" indent="0" algn="ctr">
              <a:buNone/>
              <a:defRPr sz="4032"/>
            </a:lvl1pPr>
            <a:lvl2pPr marL="768096" indent="0" algn="ctr">
              <a:buNone/>
              <a:defRPr sz="3360"/>
            </a:lvl2pPr>
            <a:lvl3pPr marL="1536192" indent="0" algn="ctr">
              <a:buNone/>
              <a:defRPr sz="3024"/>
            </a:lvl3pPr>
            <a:lvl4pPr marL="2304288" indent="0" algn="ctr">
              <a:buNone/>
              <a:defRPr sz="2688"/>
            </a:lvl4pPr>
            <a:lvl5pPr marL="3072384" indent="0" algn="ctr">
              <a:buNone/>
              <a:defRPr sz="2688"/>
            </a:lvl5pPr>
            <a:lvl6pPr marL="3840480" indent="0" algn="ctr">
              <a:buNone/>
              <a:defRPr sz="2688"/>
            </a:lvl6pPr>
            <a:lvl7pPr marL="4608576" indent="0" algn="ctr">
              <a:buNone/>
              <a:defRPr sz="2688"/>
            </a:lvl7pPr>
            <a:lvl8pPr marL="5376672" indent="0" algn="ctr">
              <a:buNone/>
              <a:defRPr sz="2688"/>
            </a:lvl8pPr>
            <a:lvl9pPr marL="6144768" indent="0" algn="ctr">
              <a:buNone/>
              <a:defRPr sz="26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20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43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154" y="3282541"/>
            <a:ext cx="13249930" cy="5476991"/>
          </a:xfrm>
        </p:spPr>
        <p:txBody>
          <a:bodyPr anchor="b"/>
          <a:lstStyle>
            <a:lvl1pPr>
              <a:defRPr sz="10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8154" y="8811347"/>
            <a:ext cx="13249930" cy="2880220"/>
          </a:xfrm>
        </p:spPr>
        <p:txBody>
          <a:bodyPr/>
          <a:lstStyle>
            <a:lvl1pPr marL="0" indent="0">
              <a:buNone/>
              <a:defRPr sz="4032">
                <a:solidFill>
                  <a:schemeClr val="tx1"/>
                </a:solidFill>
              </a:defRPr>
            </a:lvl1pPr>
            <a:lvl2pPr marL="768096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2pPr>
            <a:lvl3pPr marL="1536192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3pPr>
            <a:lvl4pPr marL="2304288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4pPr>
            <a:lvl5pPr marL="3072384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5pPr>
            <a:lvl6pPr marL="3840480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6pPr>
            <a:lvl7pPr marL="4608576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7pPr>
            <a:lvl8pPr marL="5376672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8pPr>
            <a:lvl9pPr marL="6144768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6154" y="3505031"/>
            <a:ext cx="6528951" cy="83541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7133" y="3505031"/>
            <a:ext cx="6528951" cy="83541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83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155" y="701009"/>
            <a:ext cx="13249930" cy="25449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8156" y="3227677"/>
            <a:ext cx="6498946" cy="1581835"/>
          </a:xfrm>
        </p:spPr>
        <p:txBody>
          <a:bodyPr anchor="b"/>
          <a:lstStyle>
            <a:lvl1pPr marL="0" indent="0">
              <a:buNone/>
              <a:defRPr sz="4032" b="1"/>
            </a:lvl1pPr>
            <a:lvl2pPr marL="768096" indent="0">
              <a:buNone/>
              <a:defRPr sz="3360" b="1"/>
            </a:lvl2pPr>
            <a:lvl3pPr marL="1536192" indent="0">
              <a:buNone/>
              <a:defRPr sz="3024" b="1"/>
            </a:lvl3pPr>
            <a:lvl4pPr marL="2304288" indent="0">
              <a:buNone/>
              <a:defRPr sz="2688" b="1"/>
            </a:lvl4pPr>
            <a:lvl5pPr marL="3072384" indent="0">
              <a:buNone/>
              <a:defRPr sz="2688" b="1"/>
            </a:lvl5pPr>
            <a:lvl6pPr marL="3840480" indent="0">
              <a:buNone/>
              <a:defRPr sz="2688" b="1"/>
            </a:lvl6pPr>
            <a:lvl7pPr marL="4608576" indent="0">
              <a:buNone/>
              <a:defRPr sz="2688" b="1"/>
            </a:lvl7pPr>
            <a:lvl8pPr marL="5376672" indent="0">
              <a:buNone/>
              <a:defRPr sz="2688" b="1"/>
            </a:lvl8pPr>
            <a:lvl9pPr marL="6144768" indent="0">
              <a:buNone/>
              <a:defRPr sz="2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8156" y="4809512"/>
            <a:ext cx="6498946" cy="70740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77134" y="3227677"/>
            <a:ext cx="6530952" cy="1581835"/>
          </a:xfrm>
        </p:spPr>
        <p:txBody>
          <a:bodyPr anchor="b"/>
          <a:lstStyle>
            <a:lvl1pPr marL="0" indent="0">
              <a:buNone/>
              <a:defRPr sz="4032" b="1"/>
            </a:lvl1pPr>
            <a:lvl2pPr marL="768096" indent="0">
              <a:buNone/>
              <a:defRPr sz="3360" b="1"/>
            </a:lvl2pPr>
            <a:lvl3pPr marL="1536192" indent="0">
              <a:buNone/>
              <a:defRPr sz="3024" b="1"/>
            </a:lvl3pPr>
            <a:lvl4pPr marL="2304288" indent="0">
              <a:buNone/>
              <a:defRPr sz="2688" b="1"/>
            </a:lvl4pPr>
            <a:lvl5pPr marL="3072384" indent="0">
              <a:buNone/>
              <a:defRPr sz="2688" b="1"/>
            </a:lvl5pPr>
            <a:lvl6pPr marL="3840480" indent="0">
              <a:buNone/>
              <a:defRPr sz="2688" b="1"/>
            </a:lvl6pPr>
            <a:lvl7pPr marL="4608576" indent="0">
              <a:buNone/>
              <a:defRPr sz="2688" b="1"/>
            </a:lvl7pPr>
            <a:lvl8pPr marL="5376672" indent="0">
              <a:buNone/>
              <a:defRPr sz="2688" b="1"/>
            </a:lvl8pPr>
            <a:lvl9pPr marL="6144768" indent="0">
              <a:buNone/>
              <a:defRPr sz="2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7134" y="4809512"/>
            <a:ext cx="6530952" cy="70740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9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91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155" y="877782"/>
            <a:ext cx="4954722" cy="3072236"/>
          </a:xfrm>
        </p:spPr>
        <p:txBody>
          <a:bodyPr anchor="b"/>
          <a:lstStyle>
            <a:lvl1pPr>
              <a:defRPr sz="53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0952" y="1895767"/>
            <a:ext cx="7777133" cy="9356909"/>
          </a:xfrm>
        </p:spPr>
        <p:txBody>
          <a:bodyPr/>
          <a:lstStyle>
            <a:lvl1pPr>
              <a:defRPr sz="5376"/>
            </a:lvl1pPr>
            <a:lvl2pPr>
              <a:defRPr sz="4704"/>
            </a:lvl2pPr>
            <a:lvl3pPr>
              <a:defRPr sz="4032"/>
            </a:lvl3pPr>
            <a:lvl4pPr>
              <a:defRPr sz="3360"/>
            </a:lvl4pPr>
            <a:lvl5pPr>
              <a:defRPr sz="3360"/>
            </a:lvl5pPr>
            <a:lvl6pPr>
              <a:defRPr sz="3360"/>
            </a:lvl6pPr>
            <a:lvl7pPr>
              <a:defRPr sz="3360"/>
            </a:lvl7pPr>
            <a:lvl8pPr>
              <a:defRPr sz="3360"/>
            </a:lvl8pPr>
            <a:lvl9pPr>
              <a:defRPr sz="33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58155" y="3950018"/>
            <a:ext cx="4954722" cy="7317896"/>
          </a:xfrm>
        </p:spPr>
        <p:txBody>
          <a:bodyPr/>
          <a:lstStyle>
            <a:lvl1pPr marL="0" indent="0">
              <a:buNone/>
              <a:defRPr sz="2688"/>
            </a:lvl1pPr>
            <a:lvl2pPr marL="768096" indent="0">
              <a:buNone/>
              <a:defRPr sz="2352"/>
            </a:lvl2pPr>
            <a:lvl3pPr marL="1536192" indent="0">
              <a:buNone/>
              <a:defRPr sz="2016"/>
            </a:lvl3pPr>
            <a:lvl4pPr marL="2304288" indent="0">
              <a:buNone/>
              <a:defRPr sz="1680"/>
            </a:lvl4pPr>
            <a:lvl5pPr marL="3072384" indent="0">
              <a:buNone/>
              <a:defRPr sz="1680"/>
            </a:lvl5pPr>
            <a:lvl6pPr marL="3840480" indent="0">
              <a:buNone/>
              <a:defRPr sz="1680"/>
            </a:lvl6pPr>
            <a:lvl7pPr marL="4608576" indent="0">
              <a:buNone/>
              <a:defRPr sz="1680"/>
            </a:lvl7pPr>
            <a:lvl8pPr marL="5376672" indent="0">
              <a:buNone/>
              <a:defRPr sz="1680"/>
            </a:lvl8pPr>
            <a:lvl9pPr marL="6144768" indent="0">
              <a:buNone/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3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155" y="877782"/>
            <a:ext cx="4954722" cy="3072236"/>
          </a:xfrm>
        </p:spPr>
        <p:txBody>
          <a:bodyPr anchor="b"/>
          <a:lstStyle>
            <a:lvl1pPr>
              <a:defRPr sz="53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30952" y="1895767"/>
            <a:ext cx="7777133" cy="9356909"/>
          </a:xfrm>
        </p:spPr>
        <p:txBody>
          <a:bodyPr anchor="t"/>
          <a:lstStyle>
            <a:lvl1pPr marL="0" indent="0">
              <a:buNone/>
              <a:defRPr sz="5376"/>
            </a:lvl1pPr>
            <a:lvl2pPr marL="768096" indent="0">
              <a:buNone/>
              <a:defRPr sz="4704"/>
            </a:lvl2pPr>
            <a:lvl3pPr marL="1536192" indent="0">
              <a:buNone/>
              <a:defRPr sz="4032"/>
            </a:lvl3pPr>
            <a:lvl4pPr marL="2304288" indent="0">
              <a:buNone/>
              <a:defRPr sz="3360"/>
            </a:lvl4pPr>
            <a:lvl5pPr marL="3072384" indent="0">
              <a:buNone/>
              <a:defRPr sz="3360"/>
            </a:lvl5pPr>
            <a:lvl6pPr marL="3840480" indent="0">
              <a:buNone/>
              <a:defRPr sz="3360"/>
            </a:lvl6pPr>
            <a:lvl7pPr marL="4608576" indent="0">
              <a:buNone/>
              <a:defRPr sz="3360"/>
            </a:lvl7pPr>
            <a:lvl8pPr marL="5376672" indent="0">
              <a:buNone/>
              <a:defRPr sz="3360"/>
            </a:lvl8pPr>
            <a:lvl9pPr marL="6144768" indent="0">
              <a:buNone/>
              <a:defRPr sz="3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58155" y="3950018"/>
            <a:ext cx="4954722" cy="7317896"/>
          </a:xfrm>
        </p:spPr>
        <p:txBody>
          <a:bodyPr/>
          <a:lstStyle>
            <a:lvl1pPr marL="0" indent="0">
              <a:buNone/>
              <a:defRPr sz="2688"/>
            </a:lvl1pPr>
            <a:lvl2pPr marL="768096" indent="0">
              <a:buNone/>
              <a:defRPr sz="2352"/>
            </a:lvl2pPr>
            <a:lvl3pPr marL="1536192" indent="0">
              <a:buNone/>
              <a:defRPr sz="2016"/>
            </a:lvl3pPr>
            <a:lvl4pPr marL="2304288" indent="0">
              <a:buNone/>
              <a:defRPr sz="1680"/>
            </a:lvl4pPr>
            <a:lvl5pPr marL="3072384" indent="0">
              <a:buNone/>
              <a:defRPr sz="1680"/>
            </a:lvl5pPr>
            <a:lvl6pPr marL="3840480" indent="0">
              <a:buNone/>
              <a:defRPr sz="1680"/>
            </a:lvl6pPr>
            <a:lvl7pPr marL="4608576" indent="0">
              <a:buNone/>
              <a:defRPr sz="1680"/>
            </a:lvl7pPr>
            <a:lvl8pPr marL="5376672" indent="0">
              <a:buNone/>
              <a:defRPr sz="1680"/>
            </a:lvl8pPr>
            <a:lvl9pPr marL="6144768" indent="0">
              <a:buNone/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1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2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93602" y="701006"/>
            <a:ext cx="3312483" cy="11158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6155" y="701006"/>
            <a:ext cx="9745420" cy="11158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9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56154" y="701009"/>
            <a:ext cx="13249930" cy="2544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6154" y="3505031"/>
            <a:ext cx="13249930" cy="8354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56154" y="12203606"/>
            <a:ext cx="3456504" cy="7010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8F670-4784-4A02-AE32-D448CB75F0F1}" type="datetimeFigureOut">
              <a:rPr lang="en-US" smtClean="0"/>
              <a:t>4/15/2022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8742" y="12203606"/>
            <a:ext cx="5184755" cy="7010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49580" y="12203606"/>
            <a:ext cx="3456504" cy="7010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0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536192" rtl="0" eaLnBrk="1" latinLnBrk="0" hangingPunct="1">
        <a:lnSpc>
          <a:spcPct val="90000"/>
        </a:lnSpc>
        <a:spcBef>
          <a:spcPct val="0"/>
        </a:spcBef>
        <a:buNone/>
        <a:defRPr sz="73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1536192" rtl="0" eaLnBrk="1" latinLnBrk="0" hangingPunct="1">
        <a:lnSpc>
          <a:spcPct val="90000"/>
        </a:lnSpc>
        <a:spcBef>
          <a:spcPts val="1680"/>
        </a:spcBef>
        <a:buFont typeface="Arial" panose="020B0604020202020204" pitchFamily="34" charset="0"/>
        <a:buChar char="•"/>
        <a:defRPr sz="4704" kern="1200">
          <a:solidFill>
            <a:schemeClr val="tx1"/>
          </a:solidFill>
          <a:latin typeface="+mn-lt"/>
          <a:ea typeface="+mn-ea"/>
          <a:cs typeface="+mn-cs"/>
        </a:defRPr>
      </a:lvl1pPr>
      <a:lvl2pPr marL="1152144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4032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0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3pPr>
      <a:lvl4pPr marL="2688336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4pPr>
      <a:lvl5pPr marL="3456432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5pPr>
      <a:lvl6pPr marL="4224528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6pPr>
      <a:lvl7pPr marL="4992624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7pPr>
      <a:lvl8pPr marL="5760720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8pPr>
      <a:lvl9pPr marL="6528816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68096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2pPr>
      <a:lvl3pPr marL="1536192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3pPr>
      <a:lvl4pPr marL="2304288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4pPr>
      <a:lvl5pPr marL="3072384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5pPr>
      <a:lvl6pPr marL="3840480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6pPr>
      <a:lvl7pPr marL="4608576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7pPr>
      <a:lvl8pPr marL="5376672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8pPr>
      <a:lvl9pPr marL="6144768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AA1CB4-EDAF-41A4-8AAD-F8ED6369A3AF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C442285-AC9B-4339-801C-179A4C5C0E18}"/>
              </a:ext>
            </a:extLst>
          </p:cNvPr>
          <p:cNvSpPr txBox="1"/>
          <p:nvPr/>
        </p:nvSpPr>
        <p:spPr>
          <a:xfrm>
            <a:off x="5852322" y="4492624"/>
            <a:ext cx="9044085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LINEAR</a:t>
            </a:r>
            <a:r>
              <a:rPr lang="en-US" sz="16600" b="1" dirty="0">
                <a:highlight>
                  <a:srgbClr val="000000"/>
                </a:highlight>
              </a:rPr>
              <a:t>RR</a:t>
            </a:r>
          </a:p>
          <a:p>
            <a:r>
              <a:rPr lang="en-US" sz="16600" b="1" dirty="0"/>
              <a:t>ANGULAR</a:t>
            </a:r>
          </a:p>
          <a:p>
            <a:r>
              <a:rPr lang="en-US" sz="16600" b="1" dirty="0"/>
              <a:t>SETTINGS</a:t>
            </a:r>
            <a:endParaRPr lang="en-US" sz="199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D4F0DD-612E-4C82-A247-04A82508FA28}"/>
              </a:ext>
            </a:extLst>
          </p:cNvPr>
          <p:cNvSpPr txBox="1"/>
          <p:nvPr/>
        </p:nvSpPr>
        <p:spPr>
          <a:xfrm>
            <a:off x="5054376" y="768502"/>
            <a:ext cx="626755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MENU</a:t>
            </a:r>
            <a:endParaRPr lang="en-US" sz="199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A31D2B-EDD8-46E7-9EB2-5F5FA80AE5A5}"/>
              </a:ext>
            </a:extLst>
          </p:cNvPr>
          <p:cNvSpPr/>
          <p:nvPr/>
        </p:nvSpPr>
        <p:spPr>
          <a:xfrm>
            <a:off x="897775" y="7980415"/>
            <a:ext cx="3142210" cy="314221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9FA954-1E27-41F5-BEC7-DEEC2596CB04}"/>
              </a:ext>
            </a:extLst>
          </p:cNvPr>
          <p:cNvCxnSpPr/>
          <p:nvPr/>
        </p:nvCxnSpPr>
        <p:spPr>
          <a:xfrm flipV="1">
            <a:off x="3857105" y="4929129"/>
            <a:ext cx="0" cy="330846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7F98D6-0FCE-484F-B0D0-B2395DF5C26D}"/>
              </a:ext>
            </a:extLst>
          </p:cNvPr>
          <p:cNvCxnSpPr>
            <a:cxnSpLocks/>
          </p:cNvCxnSpPr>
          <p:nvPr/>
        </p:nvCxnSpPr>
        <p:spPr>
          <a:xfrm flipH="1">
            <a:off x="3850755" y="4967950"/>
            <a:ext cx="18288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17D494-E236-4195-8C51-4AA817DF8B93}"/>
              </a:ext>
            </a:extLst>
          </p:cNvPr>
          <p:cNvCxnSpPr/>
          <p:nvPr/>
        </p:nvCxnSpPr>
        <p:spPr>
          <a:xfrm>
            <a:off x="3857105" y="5270270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BD3F19-16BE-4676-B652-99CDFA077BC8}"/>
              </a:ext>
            </a:extLst>
          </p:cNvPr>
          <p:cNvCxnSpPr>
            <a:cxnSpLocks/>
          </p:cNvCxnSpPr>
          <p:nvPr/>
        </p:nvCxnSpPr>
        <p:spPr>
          <a:xfrm>
            <a:off x="3857105" y="5453150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A738A1A-6C68-464F-A3F0-29862C13A4CB}"/>
              </a:ext>
            </a:extLst>
          </p:cNvPr>
          <p:cNvCxnSpPr>
            <a:cxnSpLocks/>
          </p:cNvCxnSpPr>
          <p:nvPr/>
        </p:nvCxnSpPr>
        <p:spPr>
          <a:xfrm>
            <a:off x="3857105" y="5636030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7E9C99-B088-4DBD-A371-4C50655E4F7A}"/>
              </a:ext>
            </a:extLst>
          </p:cNvPr>
          <p:cNvCxnSpPr>
            <a:cxnSpLocks/>
          </p:cNvCxnSpPr>
          <p:nvPr/>
        </p:nvCxnSpPr>
        <p:spPr>
          <a:xfrm>
            <a:off x="3857105" y="5818910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E85A5EF-12D6-4854-A95B-83F880E25D2E}"/>
              </a:ext>
            </a:extLst>
          </p:cNvPr>
          <p:cNvCxnSpPr/>
          <p:nvPr/>
        </p:nvCxnSpPr>
        <p:spPr>
          <a:xfrm>
            <a:off x="3857105" y="5985164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AA5E47F-60E9-437B-8FD3-896FD40D17FE}"/>
              </a:ext>
            </a:extLst>
          </p:cNvPr>
          <p:cNvCxnSpPr>
            <a:cxnSpLocks/>
          </p:cNvCxnSpPr>
          <p:nvPr/>
        </p:nvCxnSpPr>
        <p:spPr>
          <a:xfrm>
            <a:off x="3857106" y="6168045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A364701-5F1D-4DE9-976A-AE01FED10043}"/>
              </a:ext>
            </a:extLst>
          </p:cNvPr>
          <p:cNvCxnSpPr>
            <a:cxnSpLocks/>
          </p:cNvCxnSpPr>
          <p:nvPr/>
        </p:nvCxnSpPr>
        <p:spPr>
          <a:xfrm>
            <a:off x="3857106" y="6350925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6AA112C-A2AE-46BA-A201-FC62D749FF0E}"/>
              </a:ext>
            </a:extLst>
          </p:cNvPr>
          <p:cNvCxnSpPr>
            <a:cxnSpLocks/>
          </p:cNvCxnSpPr>
          <p:nvPr/>
        </p:nvCxnSpPr>
        <p:spPr>
          <a:xfrm>
            <a:off x="3857106" y="6533805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0EAF3C6-4AE9-4606-8DBE-DF5DC3517CAF}"/>
              </a:ext>
            </a:extLst>
          </p:cNvPr>
          <p:cNvCxnSpPr/>
          <p:nvPr/>
        </p:nvCxnSpPr>
        <p:spPr>
          <a:xfrm>
            <a:off x="3857106" y="6700059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39AD19A-B813-4232-BE8D-C27A64324DCE}"/>
              </a:ext>
            </a:extLst>
          </p:cNvPr>
          <p:cNvCxnSpPr>
            <a:cxnSpLocks/>
          </p:cNvCxnSpPr>
          <p:nvPr/>
        </p:nvCxnSpPr>
        <p:spPr>
          <a:xfrm>
            <a:off x="3857105" y="6866314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AFD1718-761D-44C3-AF16-851B2C6A48D7}"/>
              </a:ext>
            </a:extLst>
          </p:cNvPr>
          <p:cNvCxnSpPr>
            <a:cxnSpLocks/>
          </p:cNvCxnSpPr>
          <p:nvPr/>
        </p:nvCxnSpPr>
        <p:spPr>
          <a:xfrm>
            <a:off x="3857105" y="7049194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5B9E344-C9A2-4A4F-8C43-1C899602F338}"/>
              </a:ext>
            </a:extLst>
          </p:cNvPr>
          <p:cNvCxnSpPr>
            <a:cxnSpLocks/>
          </p:cNvCxnSpPr>
          <p:nvPr/>
        </p:nvCxnSpPr>
        <p:spPr>
          <a:xfrm>
            <a:off x="3857105" y="7232074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553E7C5-46FE-4F3C-8DD0-34FE03CA6207}"/>
              </a:ext>
            </a:extLst>
          </p:cNvPr>
          <p:cNvCxnSpPr/>
          <p:nvPr/>
        </p:nvCxnSpPr>
        <p:spPr>
          <a:xfrm>
            <a:off x="3857105" y="7398328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83986D-C759-47EA-9EEC-4484CF199DB8}"/>
              </a:ext>
            </a:extLst>
          </p:cNvPr>
          <p:cNvCxnSpPr>
            <a:cxnSpLocks/>
          </p:cNvCxnSpPr>
          <p:nvPr/>
        </p:nvCxnSpPr>
        <p:spPr>
          <a:xfrm>
            <a:off x="3857105" y="7564781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2200F1B-B06C-4031-8B64-8B7152EC6D63}"/>
              </a:ext>
            </a:extLst>
          </p:cNvPr>
          <p:cNvCxnSpPr>
            <a:cxnSpLocks/>
          </p:cNvCxnSpPr>
          <p:nvPr/>
        </p:nvCxnSpPr>
        <p:spPr>
          <a:xfrm>
            <a:off x="3857105" y="7747661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80E3144-41CB-43CB-AEFC-CD505B86CCDB}"/>
              </a:ext>
            </a:extLst>
          </p:cNvPr>
          <p:cNvCxnSpPr>
            <a:cxnSpLocks/>
          </p:cNvCxnSpPr>
          <p:nvPr/>
        </p:nvCxnSpPr>
        <p:spPr>
          <a:xfrm>
            <a:off x="3857105" y="7930541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F14B1E1-D981-474B-9DC6-5522E0B32617}"/>
              </a:ext>
            </a:extLst>
          </p:cNvPr>
          <p:cNvSpPr/>
          <p:nvPr/>
        </p:nvSpPr>
        <p:spPr>
          <a:xfrm>
            <a:off x="1704109" y="8997237"/>
            <a:ext cx="1529541" cy="1108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cm / inch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BF0645-3BAF-4DE4-84DB-6B511994540D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4A3C2961-8A24-47CA-A0DB-605C355531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menu_linear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527604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C442285-AC9B-4339-801C-179A4C5C0E18}"/>
              </a:ext>
            </a:extLst>
          </p:cNvPr>
          <p:cNvSpPr txBox="1"/>
          <p:nvPr/>
        </p:nvSpPr>
        <p:spPr>
          <a:xfrm>
            <a:off x="5852322" y="4492624"/>
            <a:ext cx="9044085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LINEAR</a:t>
            </a:r>
          </a:p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ANGULAR</a:t>
            </a:r>
          </a:p>
          <a:p>
            <a:r>
              <a:rPr lang="en-US" sz="16600" b="1" dirty="0"/>
              <a:t>SETTINGS</a:t>
            </a:r>
            <a:endParaRPr lang="en-US" sz="199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D4F0DD-612E-4C82-A247-04A82508FA28}"/>
              </a:ext>
            </a:extLst>
          </p:cNvPr>
          <p:cNvSpPr txBox="1"/>
          <p:nvPr/>
        </p:nvSpPr>
        <p:spPr>
          <a:xfrm>
            <a:off x="5054376" y="768502"/>
            <a:ext cx="626755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MENU</a:t>
            </a:r>
            <a:endParaRPr lang="en-US" sz="199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A31D2B-EDD8-46E7-9EB2-5F5FA80AE5A5}"/>
              </a:ext>
            </a:extLst>
          </p:cNvPr>
          <p:cNvSpPr/>
          <p:nvPr/>
        </p:nvSpPr>
        <p:spPr>
          <a:xfrm rot="20597865">
            <a:off x="980901" y="6434248"/>
            <a:ext cx="3142210" cy="314221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F14B1E1-D981-474B-9DC6-5522E0B32617}"/>
              </a:ext>
            </a:extLst>
          </p:cNvPr>
          <p:cNvSpPr/>
          <p:nvPr/>
        </p:nvSpPr>
        <p:spPr>
          <a:xfrm rot="20597865">
            <a:off x="1787235" y="7451070"/>
            <a:ext cx="1529541" cy="1108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degrees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9D50B8-7A01-4D87-A642-E7A4A230F790}"/>
              </a:ext>
            </a:extLst>
          </p:cNvPr>
          <p:cNvCxnSpPr/>
          <p:nvPr/>
        </p:nvCxnSpPr>
        <p:spPr>
          <a:xfrm flipV="1">
            <a:off x="774596" y="8886502"/>
            <a:ext cx="4405745" cy="133003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DAEF4F8-C825-44D0-B3D3-96C97D0B13AD}"/>
              </a:ext>
            </a:extLst>
          </p:cNvPr>
          <p:cNvCxnSpPr>
            <a:cxnSpLocks/>
          </p:cNvCxnSpPr>
          <p:nvPr/>
        </p:nvCxnSpPr>
        <p:spPr>
          <a:xfrm flipV="1">
            <a:off x="774596" y="9971654"/>
            <a:ext cx="4405745" cy="2448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A7DE1D6D-540C-4CB7-9C78-8D7A677CDAB3}"/>
              </a:ext>
            </a:extLst>
          </p:cNvPr>
          <p:cNvSpPr/>
          <p:nvPr/>
        </p:nvSpPr>
        <p:spPr>
          <a:xfrm rot="3566686">
            <a:off x="1468667" y="9572364"/>
            <a:ext cx="914400" cy="914400"/>
          </a:xfrm>
          <a:prstGeom prst="arc">
            <a:avLst>
              <a:gd name="adj1" fmla="val 16200000"/>
              <a:gd name="adj2" fmla="val 19018019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C5D2E66-3957-482D-B6A9-C8EBC23B2319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99F9F29-7C9D-4D80-9F4D-257203A8A8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menu_angular</a:t>
            </a:r>
            <a:endParaRPr lang="en-US" b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DB46CE-54E4-4753-9764-285506CFAC58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979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C442285-AC9B-4339-801C-179A4C5C0E18}"/>
              </a:ext>
            </a:extLst>
          </p:cNvPr>
          <p:cNvSpPr txBox="1"/>
          <p:nvPr/>
        </p:nvSpPr>
        <p:spPr>
          <a:xfrm>
            <a:off x="5852322" y="4492624"/>
            <a:ext cx="9044085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LINEAR</a:t>
            </a:r>
          </a:p>
          <a:p>
            <a:r>
              <a:rPr lang="en-US" sz="16600" b="1" dirty="0"/>
              <a:t>ANGULAR</a:t>
            </a:r>
          </a:p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SETTINGS</a:t>
            </a:r>
            <a:endParaRPr lang="en-US" sz="19900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D4F0DD-612E-4C82-A247-04A82508FA28}"/>
              </a:ext>
            </a:extLst>
          </p:cNvPr>
          <p:cNvSpPr txBox="1"/>
          <p:nvPr/>
        </p:nvSpPr>
        <p:spPr>
          <a:xfrm>
            <a:off x="5054376" y="768502"/>
            <a:ext cx="626755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MENU</a:t>
            </a:r>
            <a:endParaRPr lang="en-US" sz="19900" b="1" dirty="0"/>
          </a:p>
        </p:txBody>
      </p:sp>
      <p:pic>
        <p:nvPicPr>
          <p:cNvPr id="4" name="Graphic 3" descr="Single gear with solid fill">
            <a:extLst>
              <a:ext uri="{FF2B5EF4-FFF2-40B4-BE49-F238E27FC236}">
                <a16:creationId xmlns:a16="http://schemas.microsoft.com/office/drawing/2014/main" id="{DF3C4082-3B36-4069-94F1-14DC545BD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644" y="5490246"/>
            <a:ext cx="5432678" cy="543267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0EEAED80-7F86-424F-8749-C40A5648C67D}"/>
              </a:ext>
            </a:extLst>
          </p:cNvPr>
          <p:cNvSpPr/>
          <p:nvPr/>
        </p:nvSpPr>
        <p:spPr>
          <a:xfrm>
            <a:off x="2736972" y="7807574"/>
            <a:ext cx="798021" cy="79802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EB7B5E-BD17-4AF0-AB8A-37544C54C05A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33EF948-A268-4B57-BF17-76EBE74522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menu_settings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BEB4CF-CA20-4C71-BA82-928D0DF0757C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741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LINEAR</a:t>
            </a:r>
            <a:endParaRPr lang="en-US" sz="199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6E7C57-F812-4BEE-951F-A74A1AEAC4BD}"/>
              </a:ext>
            </a:extLst>
          </p:cNvPr>
          <p:cNvSpPr/>
          <p:nvPr/>
        </p:nvSpPr>
        <p:spPr>
          <a:xfrm>
            <a:off x="731521" y="7099266"/>
            <a:ext cx="3142210" cy="314221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A230AA-9503-4DD0-B178-9A58601F04E9}"/>
              </a:ext>
            </a:extLst>
          </p:cNvPr>
          <p:cNvCxnSpPr>
            <a:cxnSpLocks/>
          </p:cNvCxnSpPr>
          <p:nvPr/>
        </p:nvCxnSpPr>
        <p:spPr>
          <a:xfrm>
            <a:off x="3690851" y="7356445"/>
            <a:ext cx="292608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866058C-7EB6-47C1-B104-619D9AEA5D66}"/>
              </a:ext>
            </a:extLst>
          </p:cNvPr>
          <p:cNvSpPr/>
          <p:nvPr/>
        </p:nvSpPr>
        <p:spPr>
          <a:xfrm>
            <a:off x="1537855" y="8116088"/>
            <a:ext cx="1529541" cy="1108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cm / inch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7CE6735-AC0F-4CA7-A3D0-8B51721EEB52}"/>
              </a:ext>
            </a:extLst>
          </p:cNvPr>
          <p:cNvSpPr/>
          <p:nvPr/>
        </p:nvSpPr>
        <p:spPr>
          <a:xfrm>
            <a:off x="6367549" y="7023936"/>
            <a:ext cx="665018" cy="665018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11B12B-8379-4218-A51A-92D06717C990}"/>
              </a:ext>
            </a:extLst>
          </p:cNvPr>
          <p:cNvCxnSpPr/>
          <p:nvPr/>
        </p:nvCxnSpPr>
        <p:spPr>
          <a:xfrm flipH="1">
            <a:off x="3906981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3C3BEC-0E88-4A31-82DE-ED7D18079F1B}"/>
              </a:ext>
            </a:extLst>
          </p:cNvPr>
          <p:cNvCxnSpPr/>
          <p:nvPr/>
        </p:nvCxnSpPr>
        <p:spPr>
          <a:xfrm flipH="1">
            <a:off x="4048296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2E354C-3EEE-48A0-82DF-D212D589AD50}"/>
              </a:ext>
            </a:extLst>
          </p:cNvPr>
          <p:cNvCxnSpPr/>
          <p:nvPr/>
        </p:nvCxnSpPr>
        <p:spPr>
          <a:xfrm flipH="1">
            <a:off x="4185453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C5C203-87AE-480C-8CA7-2C7EF44CA94B}"/>
              </a:ext>
            </a:extLst>
          </p:cNvPr>
          <p:cNvCxnSpPr/>
          <p:nvPr/>
        </p:nvCxnSpPr>
        <p:spPr>
          <a:xfrm flipH="1">
            <a:off x="4318381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EA9C16-E4DF-412B-8009-21955231D12F}"/>
              </a:ext>
            </a:extLst>
          </p:cNvPr>
          <p:cNvCxnSpPr/>
          <p:nvPr/>
        </p:nvCxnSpPr>
        <p:spPr>
          <a:xfrm flipH="1">
            <a:off x="4457774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7E8DE8-E8D6-4F7F-AFBA-B7FF5E0379F0}"/>
              </a:ext>
            </a:extLst>
          </p:cNvPr>
          <p:cNvCxnSpPr/>
          <p:nvPr/>
        </p:nvCxnSpPr>
        <p:spPr>
          <a:xfrm flipH="1">
            <a:off x="4594931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559656-DD0D-4E2A-BCCD-2769E3871C9A}"/>
              </a:ext>
            </a:extLst>
          </p:cNvPr>
          <p:cNvCxnSpPr/>
          <p:nvPr/>
        </p:nvCxnSpPr>
        <p:spPr>
          <a:xfrm flipH="1">
            <a:off x="4727859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8AF7DC-80A0-4709-804F-509EA289A679}"/>
              </a:ext>
            </a:extLst>
          </p:cNvPr>
          <p:cNvCxnSpPr/>
          <p:nvPr/>
        </p:nvCxnSpPr>
        <p:spPr>
          <a:xfrm flipH="1">
            <a:off x="4839287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7379F2A-E07A-475A-AC36-AE916DAE9CCD}"/>
              </a:ext>
            </a:extLst>
          </p:cNvPr>
          <p:cNvCxnSpPr/>
          <p:nvPr/>
        </p:nvCxnSpPr>
        <p:spPr>
          <a:xfrm flipH="1">
            <a:off x="4976444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842193-F0AF-405E-8EAA-1485FF29085D}"/>
              </a:ext>
            </a:extLst>
          </p:cNvPr>
          <p:cNvCxnSpPr/>
          <p:nvPr/>
        </p:nvCxnSpPr>
        <p:spPr>
          <a:xfrm flipH="1">
            <a:off x="5109372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2EEFC8-140C-42C8-A815-9CED86E14882}"/>
              </a:ext>
            </a:extLst>
          </p:cNvPr>
          <p:cNvCxnSpPr/>
          <p:nvPr/>
        </p:nvCxnSpPr>
        <p:spPr>
          <a:xfrm flipH="1">
            <a:off x="5248765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6F3683-BB1A-4E92-B45C-4BF14353F4A5}"/>
              </a:ext>
            </a:extLst>
          </p:cNvPr>
          <p:cNvCxnSpPr/>
          <p:nvPr/>
        </p:nvCxnSpPr>
        <p:spPr>
          <a:xfrm flipH="1">
            <a:off x="5385922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C24C3CB-1DB4-4084-99C6-4A65077C2E41}"/>
              </a:ext>
            </a:extLst>
          </p:cNvPr>
          <p:cNvCxnSpPr/>
          <p:nvPr/>
        </p:nvCxnSpPr>
        <p:spPr>
          <a:xfrm flipH="1">
            <a:off x="5518850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14F6FE9-C994-41DD-94F0-50555BE68180}"/>
              </a:ext>
            </a:extLst>
          </p:cNvPr>
          <p:cNvCxnSpPr/>
          <p:nvPr/>
        </p:nvCxnSpPr>
        <p:spPr>
          <a:xfrm flipH="1">
            <a:off x="5652850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4F619B8-F9FA-4A1F-B27A-4EBF3782E33B}"/>
              </a:ext>
            </a:extLst>
          </p:cNvPr>
          <p:cNvCxnSpPr/>
          <p:nvPr/>
        </p:nvCxnSpPr>
        <p:spPr>
          <a:xfrm flipH="1">
            <a:off x="5790007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FA48036-38C7-4A2D-BCD7-862AB9DB8BE6}"/>
              </a:ext>
            </a:extLst>
          </p:cNvPr>
          <p:cNvCxnSpPr/>
          <p:nvPr/>
        </p:nvCxnSpPr>
        <p:spPr>
          <a:xfrm flipH="1">
            <a:off x="5922935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520146C-93B9-4865-B742-305F60418BB2}"/>
              </a:ext>
            </a:extLst>
          </p:cNvPr>
          <p:cNvSpPr txBox="1"/>
          <p:nvPr/>
        </p:nvSpPr>
        <p:spPr>
          <a:xfrm>
            <a:off x="7930501" y="4525875"/>
            <a:ext cx="6700217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STRING</a:t>
            </a:r>
          </a:p>
          <a:p>
            <a:r>
              <a:rPr lang="en-US" sz="16600" b="1" dirty="0"/>
              <a:t>WHEEL</a:t>
            </a:r>
          </a:p>
          <a:p>
            <a:r>
              <a:rPr lang="en-US" sz="16600" b="1" dirty="0"/>
              <a:t>SONIC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BD11603-9B61-4B0D-A15D-1E72FDE944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linear_string</a:t>
            </a:r>
            <a:endParaRPr lang="en-US" b="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BCE631-3590-4EB6-B5A9-6136E3E1E266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774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raphic 66" descr="Ruler outline">
            <a:extLst>
              <a:ext uri="{FF2B5EF4-FFF2-40B4-BE49-F238E27FC236}">
                <a16:creationId xmlns:a16="http://schemas.microsoft.com/office/drawing/2014/main" id="{2E2F2131-6434-4797-BEF3-4321166DC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504368">
            <a:off x="1679668" y="8304594"/>
            <a:ext cx="4578076" cy="4578076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0904F2B9-2DE6-437F-97AE-55837757E778}"/>
              </a:ext>
            </a:extLst>
          </p:cNvPr>
          <p:cNvSpPr/>
          <p:nvPr/>
        </p:nvSpPr>
        <p:spPr>
          <a:xfrm>
            <a:off x="1609756" y="8399533"/>
            <a:ext cx="1635257" cy="1635257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442285-AC9B-4339-801C-179A4C5C0E18}"/>
              </a:ext>
            </a:extLst>
          </p:cNvPr>
          <p:cNvSpPr txBox="1"/>
          <p:nvPr/>
        </p:nvSpPr>
        <p:spPr>
          <a:xfrm>
            <a:off x="7930501" y="4525875"/>
            <a:ext cx="6700217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/>
              <a:t>STRING</a:t>
            </a:r>
          </a:p>
          <a:p>
            <a:r>
              <a:rPr lang="en-US" sz="16600" dirty="0">
                <a:solidFill>
                  <a:schemeClr val="bg1"/>
                </a:solidFill>
                <a:highlight>
                  <a:srgbClr val="000000"/>
                </a:highlight>
              </a:rPr>
              <a:t>WHEEL</a:t>
            </a:r>
          </a:p>
          <a:p>
            <a:r>
              <a:rPr lang="en-US" sz="16600" dirty="0"/>
              <a:t>SONIC</a:t>
            </a:r>
            <a:endParaRPr lang="en-US" sz="19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/>
              <a:t>LINEAR</a:t>
            </a:r>
            <a:endParaRPr lang="en-US" sz="1990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18825FF-9394-4F97-87C5-EB45963C63B2}"/>
              </a:ext>
            </a:extLst>
          </p:cNvPr>
          <p:cNvGrpSpPr/>
          <p:nvPr/>
        </p:nvGrpSpPr>
        <p:grpSpPr>
          <a:xfrm>
            <a:off x="856279" y="6583362"/>
            <a:ext cx="3142210" cy="3142210"/>
            <a:chOff x="731521" y="7099266"/>
            <a:chExt cx="3142210" cy="314221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64C0FE3-D4EC-4485-B988-067BAB449D13}"/>
                </a:ext>
              </a:extLst>
            </p:cNvPr>
            <p:cNvSpPr/>
            <p:nvPr/>
          </p:nvSpPr>
          <p:spPr>
            <a:xfrm>
              <a:off x="731521" y="7099266"/>
              <a:ext cx="3142210" cy="3142210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201F673-B815-43CA-B286-2F32BA23F43D}"/>
                </a:ext>
              </a:extLst>
            </p:cNvPr>
            <p:cNvSpPr/>
            <p:nvPr/>
          </p:nvSpPr>
          <p:spPr>
            <a:xfrm>
              <a:off x="1537855" y="8116088"/>
              <a:ext cx="1529541" cy="11085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N</a:t>
              </a:r>
              <a:br>
                <a:rPr lang="en-US" dirty="0">
                  <a:solidFill>
                    <a:schemeClr val="tx1"/>
                  </a:solidFill>
                </a:rPr>
              </a:br>
              <a:r>
                <a:rPr lang="en-US" dirty="0">
                  <a:solidFill>
                    <a:schemeClr val="tx1"/>
                  </a:solidFill>
                </a:rPr>
                <a:t>cm / inch</a:t>
              </a:r>
            </a:p>
          </p:txBody>
        </p:sp>
      </p:grp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421E1C3-303A-4E7B-877C-856D93242524}"/>
              </a:ext>
            </a:extLst>
          </p:cNvPr>
          <p:cNvCxnSpPr/>
          <p:nvPr/>
        </p:nvCxnSpPr>
        <p:spPr>
          <a:xfrm>
            <a:off x="4222865" y="9725572"/>
            <a:ext cx="108065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9065C8D7-B968-4B86-A471-C65F91E94D9A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21B68AA-F8BF-45F3-8646-3719778D0B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linear_wheel</a:t>
            </a:r>
            <a:endParaRPr lang="en-US" b="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D6AE55-C73C-4FE6-A083-AA9DF78D98B9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030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LINEAR</a:t>
            </a:r>
            <a:endParaRPr lang="en-US" sz="199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0B4D7-DAA3-4AAD-94E8-6158A97A58C6}"/>
              </a:ext>
            </a:extLst>
          </p:cNvPr>
          <p:cNvSpPr txBox="1"/>
          <p:nvPr/>
        </p:nvSpPr>
        <p:spPr>
          <a:xfrm>
            <a:off x="7930501" y="4525875"/>
            <a:ext cx="6700217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STRING</a:t>
            </a:r>
          </a:p>
          <a:p>
            <a:r>
              <a:rPr lang="en-US" sz="16600" b="1" dirty="0"/>
              <a:t>WHEEL</a:t>
            </a:r>
          </a:p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SONIC</a:t>
            </a:r>
            <a:r>
              <a:rPr lang="en-US" sz="16600" b="1" dirty="0">
                <a:highlight>
                  <a:srgbClr val="000000"/>
                </a:highlight>
              </a:rPr>
              <a:t>c</a:t>
            </a:r>
            <a:endParaRPr lang="en-US" sz="19900" b="1" dirty="0">
              <a:highlight>
                <a:srgbClr val="000000"/>
              </a:highligh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2B1BE2-5F56-475B-A3E4-0D2F3B11EC46}"/>
              </a:ext>
            </a:extLst>
          </p:cNvPr>
          <p:cNvGrpSpPr/>
          <p:nvPr/>
        </p:nvGrpSpPr>
        <p:grpSpPr>
          <a:xfrm>
            <a:off x="2161310" y="8403859"/>
            <a:ext cx="3142210" cy="3142210"/>
            <a:chOff x="731521" y="7099266"/>
            <a:chExt cx="3142210" cy="314221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D17933D-AAF8-43C5-B284-3AB755B86149}"/>
                </a:ext>
              </a:extLst>
            </p:cNvPr>
            <p:cNvSpPr/>
            <p:nvPr/>
          </p:nvSpPr>
          <p:spPr>
            <a:xfrm>
              <a:off x="731521" y="7099266"/>
              <a:ext cx="3142210" cy="3142210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B6A66BB-C56D-47B5-A38E-32171D255A20}"/>
                </a:ext>
              </a:extLst>
            </p:cNvPr>
            <p:cNvSpPr/>
            <p:nvPr/>
          </p:nvSpPr>
          <p:spPr>
            <a:xfrm>
              <a:off x="1537855" y="8116088"/>
              <a:ext cx="1529541" cy="11085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N</a:t>
              </a:r>
              <a:br>
                <a:rPr lang="en-US" b="1" dirty="0">
                  <a:solidFill>
                    <a:schemeClr val="tx1"/>
                  </a:solidFill>
                </a:rPr>
              </a:br>
              <a:r>
                <a:rPr lang="en-US" b="1" dirty="0">
                  <a:solidFill>
                    <a:schemeClr val="tx1"/>
                  </a:solidFill>
                </a:rPr>
                <a:t>cm / inch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40D2B8-5C6B-4CDE-9932-C7C40304A82E}"/>
              </a:ext>
            </a:extLst>
          </p:cNvPr>
          <p:cNvCxnSpPr/>
          <p:nvPr/>
        </p:nvCxnSpPr>
        <p:spPr>
          <a:xfrm>
            <a:off x="1346820" y="4934014"/>
            <a:ext cx="462187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80E4897-0963-41B9-97BC-51AF0D21E305}"/>
              </a:ext>
            </a:extLst>
          </p:cNvPr>
          <p:cNvGrpSpPr/>
          <p:nvPr/>
        </p:nvGrpSpPr>
        <p:grpSpPr>
          <a:xfrm rot="593965">
            <a:off x="4013959" y="6596885"/>
            <a:ext cx="1105306" cy="2218352"/>
            <a:chOff x="4012466" y="6597057"/>
            <a:chExt cx="1105306" cy="2218352"/>
          </a:xfrm>
        </p:grpSpPr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D1E89B04-447B-48BE-9A9F-DC47F5167C26}"/>
                </a:ext>
              </a:extLst>
            </p:cNvPr>
            <p:cNvSpPr/>
            <p:nvPr/>
          </p:nvSpPr>
          <p:spPr>
            <a:xfrm rot="15491735">
              <a:off x="4182828" y="7880466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CD9685DF-B9AE-42A9-9307-F39C92454D20}"/>
                </a:ext>
              </a:extLst>
            </p:cNvPr>
            <p:cNvSpPr/>
            <p:nvPr/>
          </p:nvSpPr>
          <p:spPr>
            <a:xfrm rot="15491735">
              <a:off x="4163358" y="7648540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14B59DBD-7CE0-4B91-B5A2-ED51442CB3D9}"/>
                </a:ext>
              </a:extLst>
            </p:cNvPr>
            <p:cNvSpPr/>
            <p:nvPr/>
          </p:nvSpPr>
          <p:spPr>
            <a:xfrm rot="15491735">
              <a:off x="4125513" y="7451604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7F0CD4AB-F69F-40C3-9DE7-1D9C4448D25F}"/>
                </a:ext>
              </a:extLst>
            </p:cNvPr>
            <p:cNvSpPr/>
            <p:nvPr/>
          </p:nvSpPr>
          <p:spPr>
            <a:xfrm rot="15491735">
              <a:off x="4087669" y="7254668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C1300FCA-DF69-4C45-B88B-050D781F64E9}"/>
                </a:ext>
              </a:extLst>
            </p:cNvPr>
            <p:cNvSpPr/>
            <p:nvPr/>
          </p:nvSpPr>
          <p:spPr>
            <a:xfrm rot="15491735">
              <a:off x="4032649" y="7042937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FC0006B7-4C7D-4125-8A0C-7F0E537665B5}"/>
                </a:ext>
              </a:extLst>
            </p:cNvPr>
            <p:cNvSpPr/>
            <p:nvPr/>
          </p:nvSpPr>
          <p:spPr>
            <a:xfrm rot="15491735">
              <a:off x="3992507" y="6837734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B17DB021-7B75-4FAF-B9CA-AACE7501E05E}"/>
                </a:ext>
              </a:extLst>
            </p:cNvPr>
            <p:cNvSpPr/>
            <p:nvPr/>
          </p:nvSpPr>
          <p:spPr>
            <a:xfrm rot="15491735">
              <a:off x="3969562" y="6639961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A9D33C-F4D3-4DC1-A9C3-917F3AC7114A}"/>
              </a:ext>
            </a:extLst>
          </p:cNvPr>
          <p:cNvGrpSpPr/>
          <p:nvPr/>
        </p:nvGrpSpPr>
        <p:grpSpPr>
          <a:xfrm rot="11375163">
            <a:off x="3737839" y="5736555"/>
            <a:ext cx="1734828" cy="2251805"/>
            <a:chOff x="4080609" y="6563604"/>
            <a:chExt cx="1037163" cy="2251805"/>
          </a:xfrm>
        </p:grpSpPr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33E90D9B-B110-435B-A4FC-C6FD1D669421}"/>
                </a:ext>
              </a:extLst>
            </p:cNvPr>
            <p:cNvSpPr/>
            <p:nvPr/>
          </p:nvSpPr>
          <p:spPr>
            <a:xfrm rot="15491735">
              <a:off x="4182828" y="7880466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2700982F-FE2D-4039-B1A3-A23B854B30BA}"/>
                </a:ext>
              </a:extLst>
            </p:cNvPr>
            <p:cNvSpPr/>
            <p:nvPr/>
          </p:nvSpPr>
          <p:spPr>
            <a:xfrm rot="15491735">
              <a:off x="4163358" y="7648540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A6D48A18-E6F5-4554-B8F3-38FC5BBD2CC8}"/>
                </a:ext>
              </a:extLst>
            </p:cNvPr>
            <p:cNvSpPr/>
            <p:nvPr/>
          </p:nvSpPr>
          <p:spPr>
            <a:xfrm rot="15491735">
              <a:off x="4133531" y="7431318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2ED3BE59-33D7-4395-B15D-DE3CC821B524}"/>
                </a:ext>
              </a:extLst>
            </p:cNvPr>
            <p:cNvSpPr/>
            <p:nvPr/>
          </p:nvSpPr>
          <p:spPr>
            <a:xfrm rot="15491735">
              <a:off x="4115584" y="7227947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9F18978F-2DBC-4F1F-8726-285AEC21E4DF}"/>
                </a:ext>
              </a:extLst>
            </p:cNvPr>
            <p:cNvSpPr/>
            <p:nvPr/>
          </p:nvSpPr>
          <p:spPr>
            <a:xfrm rot="15491735">
              <a:off x="4091761" y="7026235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D2B0B85A-6DCD-4987-8CC7-4A817F4EE603}"/>
                </a:ext>
              </a:extLst>
            </p:cNvPr>
            <p:cNvSpPr/>
            <p:nvPr/>
          </p:nvSpPr>
          <p:spPr>
            <a:xfrm rot="15491735">
              <a:off x="4059119" y="6818596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116A94A7-D0D0-4A83-B29D-C5627449196F}"/>
                </a:ext>
              </a:extLst>
            </p:cNvPr>
            <p:cNvSpPr/>
            <p:nvPr/>
          </p:nvSpPr>
          <p:spPr>
            <a:xfrm rot="15491735">
              <a:off x="4037705" y="6606508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4B327A1-8F71-45C1-8F99-288191783100}"/>
              </a:ext>
            </a:extLst>
          </p:cNvPr>
          <p:cNvGrpSpPr/>
          <p:nvPr/>
        </p:nvGrpSpPr>
        <p:grpSpPr>
          <a:xfrm rot="593965">
            <a:off x="4015754" y="5131439"/>
            <a:ext cx="1105306" cy="2218352"/>
            <a:chOff x="4012466" y="6597057"/>
            <a:chExt cx="1105306" cy="2218352"/>
          </a:xfrm>
        </p:grpSpPr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B7CA0071-A897-4B15-961F-785ED641925A}"/>
                </a:ext>
              </a:extLst>
            </p:cNvPr>
            <p:cNvSpPr/>
            <p:nvPr/>
          </p:nvSpPr>
          <p:spPr>
            <a:xfrm rot="15491735">
              <a:off x="4182828" y="7880466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571E9744-1C28-4D34-AF5D-62F5BB8223D3}"/>
                </a:ext>
              </a:extLst>
            </p:cNvPr>
            <p:cNvSpPr/>
            <p:nvPr/>
          </p:nvSpPr>
          <p:spPr>
            <a:xfrm rot="15491735">
              <a:off x="4163358" y="7648540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EBFA2BFE-01B4-4270-8503-A678B1E83F77}"/>
                </a:ext>
              </a:extLst>
            </p:cNvPr>
            <p:cNvSpPr/>
            <p:nvPr/>
          </p:nvSpPr>
          <p:spPr>
            <a:xfrm rot="15491735">
              <a:off x="4125513" y="7451604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F00EB658-B74E-4D87-B56C-B30D6BCA7290}"/>
                </a:ext>
              </a:extLst>
            </p:cNvPr>
            <p:cNvSpPr/>
            <p:nvPr/>
          </p:nvSpPr>
          <p:spPr>
            <a:xfrm rot="15491735">
              <a:off x="4087669" y="7254668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C8C3168D-3D7D-4A9A-8132-3AC5130352D5}"/>
                </a:ext>
              </a:extLst>
            </p:cNvPr>
            <p:cNvSpPr/>
            <p:nvPr/>
          </p:nvSpPr>
          <p:spPr>
            <a:xfrm rot="15491735">
              <a:off x="4032649" y="7042937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EC1A95FB-AC4F-4661-87AC-C4461C9C53B4}"/>
                </a:ext>
              </a:extLst>
            </p:cNvPr>
            <p:cNvSpPr/>
            <p:nvPr/>
          </p:nvSpPr>
          <p:spPr>
            <a:xfrm rot="15491735">
              <a:off x="3992507" y="6837734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4FAACC0F-C592-4338-954F-3F6A92187CEB}"/>
                </a:ext>
              </a:extLst>
            </p:cNvPr>
            <p:cNvSpPr/>
            <p:nvPr/>
          </p:nvSpPr>
          <p:spPr>
            <a:xfrm rot="15491735">
              <a:off x="3969562" y="6639961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A029316-AEA3-48C4-B0D8-048C896C1CB6}"/>
              </a:ext>
            </a:extLst>
          </p:cNvPr>
          <p:cNvGrpSpPr/>
          <p:nvPr/>
        </p:nvGrpSpPr>
        <p:grpSpPr>
          <a:xfrm rot="11375163">
            <a:off x="3707286" y="4245205"/>
            <a:ext cx="1734828" cy="2251805"/>
            <a:chOff x="4080609" y="6563604"/>
            <a:chExt cx="1037163" cy="2251805"/>
          </a:xfrm>
        </p:grpSpPr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833621CB-B05D-42F3-8641-05C0FB6545C7}"/>
                </a:ext>
              </a:extLst>
            </p:cNvPr>
            <p:cNvSpPr/>
            <p:nvPr/>
          </p:nvSpPr>
          <p:spPr>
            <a:xfrm rot="15491735">
              <a:off x="4182828" y="7880466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1CBC5565-95D8-4B7C-B847-BF442969EE6A}"/>
                </a:ext>
              </a:extLst>
            </p:cNvPr>
            <p:cNvSpPr/>
            <p:nvPr/>
          </p:nvSpPr>
          <p:spPr>
            <a:xfrm rot="15491735">
              <a:off x="4163358" y="7648540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8A891BEC-7A58-42C8-9FAC-E8DE8679DC6A}"/>
                </a:ext>
              </a:extLst>
            </p:cNvPr>
            <p:cNvSpPr/>
            <p:nvPr/>
          </p:nvSpPr>
          <p:spPr>
            <a:xfrm rot="15491735">
              <a:off x="4133531" y="7431318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5E2D9713-84BC-4E85-B854-6CA0719F094A}"/>
                </a:ext>
              </a:extLst>
            </p:cNvPr>
            <p:cNvSpPr/>
            <p:nvPr/>
          </p:nvSpPr>
          <p:spPr>
            <a:xfrm rot="15491735">
              <a:off x="4115584" y="7227947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892B820C-F5C3-427A-83C4-6A0DC32D4634}"/>
                </a:ext>
              </a:extLst>
            </p:cNvPr>
            <p:cNvSpPr/>
            <p:nvPr/>
          </p:nvSpPr>
          <p:spPr>
            <a:xfrm rot="15491735">
              <a:off x="4091761" y="7026235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6EDA2879-21E8-43D6-B693-BB8624B4C090}"/>
                </a:ext>
              </a:extLst>
            </p:cNvPr>
            <p:cNvSpPr/>
            <p:nvPr/>
          </p:nvSpPr>
          <p:spPr>
            <a:xfrm rot="15491735">
              <a:off x="4059119" y="6818596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9435A565-6114-418B-8173-AF114A9C1C8E}"/>
                </a:ext>
              </a:extLst>
            </p:cNvPr>
            <p:cNvSpPr/>
            <p:nvPr/>
          </p:nvSpPr>
          <p:spPr>
            <a:xfrm rot="15491735">
              <a:off x="4037705" y="6606508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</p:grpSp>
      <p:sp>
        <p:nvSpPr>
          <p:cNvPr id="48" name="Arc 47">
            <a:extLst>
              <a:ext uri="{FF2B5EF4-FFF2-40B4-BE49-F238E27FC236}">
                <a16:creationId xmlns:a16="http://schemas.microsoft.com/office/drawing/2014/main" id="{95C8A8EF-42ED-4A80-AD7E-BA4BBDDDE8B0}"/>
              </a:ext>
            </a:extLst>
          </p:cNvPr>
          <p:cNvSpPr/>
          <p:nvPr/>
        </p:nvSpPr>
        <p:spPr>
          <a:xfrm rot="16085700">
            <a:off x="4152317" y="8067306"/>
            <a:ext cx="804543" cy="733944"/>
          </a:xfrm>
          <a:prstGeom prst="arc">
            <a:avLst>
              <a:gd name="adj1" fmla="val 19009525"/>
              <a:gd name="adj2" fmla="val 318621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F3623A59-90E2-46C4-9010-7EF5154DF8DD}"/>
              </a:ext>
            </a:extLst>
          </p:cNvPr>
          <p:cNvSpPr/>
          <p:nvPr/>
        </p:nvSpPr>
        <p:spPr>
          <a:xfrm rot="16085700">
            <a:off x="4225143" y="8231768"/>
            <a:ext cx="669131" cy="610414"/>
          </a:xfrm>
          <a:prstGeom prst="arc">
            <a:avLst>
              <a:gd name="adj1" fmla="val 19009525"/>
              <a:gd name="adj2" fmla="val 318621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C5E41744-3CBB-402E-9998-71FEBEB465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linear_sonic</a:t>
            </a:r>
            <a:endParaRPr lang="en-US" b="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E2D3758-F55D-46B0-B648-ED585EBB3528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184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STRING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63AD9-5596-4E58-9DB0-CBA2448A830A}"/>
              </a:ext>
            </a:extLst>
          </p:cNvPr>
          <p:cNvSpPr/>
          <p:nvPr/>
        </p:nvSpPr>
        <p:spPr>
          <a:xfrm>
            <a:off x="2128057" y="5010832"/>
            <a:ext cx="7315200" cy="4438995"/>
          </a:xfrm>
          <a:prstGeom prst="rect">
            <a:avLst/>
          </a:prstGeom>
          <a:noFill/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552BE-FBD9-4862-9AFF-04462575664A}"/>
              </a:ext>
            </a:extLst>
          </p:cNvPr>
          <p:cNvSpPr txBox="1"/>
          <p:nvPr/>
        </p:nvSpPr>
        <p:spPr>
          <a:xfrm>
            <a:off x="10316294" y="6904642"/>
            <a:ext cx="291788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cm</a:t>
            </a:r>
            <a:endParaRPr lang="en-US" sz="19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15488E71-CF27-4AF1-BF12-58729F4B78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string_meas_cm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5EFF1E-F183-480C-9760-49B4E3B096F1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35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STRING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63AD9-5596-4E58-9DB0-CBA2448A830A}"/>
              </a:ext>
            </a:extLst>
          </p:cNvPr>
          <p:cNvSpPr/>
          <p:nvPr/>
        </p:nvSpPr>
        <p:spPr>
          <a:xfrm>
            <a:off x="2128057" y="5010832"/>
            <a:ext cx="7315200" cy="4438995"/>
          </a:xfrm>
          <a:prstGeom prst="rect">
            <a:avLst/>
          </a:prstGeom>
          <a:noFill/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552BE-FBD9-4862-9AFF-04462575664A}"/>
              </a:ext>
            </a:extLst>
          </p:cNvPr>
          <p:cNvSpPr txBox="1"/>
          <p:nvPr/>
        </p:nvSpPr>
        <p:spPr>
          <a:xfrm>
            <a:off x="10316294" y="6904642"/>
            <a:ext cx="38818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inch</a:t>
            </a:r>
            <a:endParaRPr lang="en-US" sz="19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0B63DE45-6D8F-4D13-BB84-AC05670FC0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string_meas_inch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43DD3B-FC4A-470A-BCC4-A5459CA80A16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456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WHEEL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63AD9-5596-4E58-9DB0-CBA2448A830A}"/>
              </a:ext>
            </a:extLst>
          </p:cNvPr>
          <p:cNvSpPr/>
          <p:nvPr/>
        </p:nvSpPr>
        <p:spPr>
          <a:xfrm>
            <a:off x="2128057" y="5010832"/>
            <a:ext cx="7315200" cy="4438995"/>
          </a:xfrm>
          <a:prstGeom prst="rect">
            <a:avLst/>
          </a:prstGeom>
          <a:noFill/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552BE-FBD9-4862-9AFF-04462575664A}"/>
              </a:ext>
            </a:extLst>
          </p:cNvPr>
          <p:cNvSpPr txBox="1"/>
          <p:nvPr/>
        </p:nvSpPr>
        <p:spPr>
          <a:xfrm>
            <a:off x="10316294" y="6904642"/>
            <a:ext cx="38818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inch</a:t>
            </a:r>
            <a:endParaRPr lang="en-US" sz="19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9ABDEEBA-6ECA-44FA-9BF3-0463CAC88E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wheel_meas_inch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BD4AF8-C25A-40CA-9C48-649ED1F21500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832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WHEEL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63AD9-5596-4E58-9DB0-CBA2448A830A}"/>
              </a:ext>
            </a:extLst>
          </p:cNvPr>
          <p:cNvSpPr/>
          <p:nvPr/>
        </p:nvSpPr>
        <p:spPr>
          <a:xfrm>
            <a:off x="2128057" y="5010832"/>
            <a:ext cx="7315200" cy="4438995"/>
          </a:xfrm>
          <a:prstGeom prst="rect">
            <a:avLst/>
          </a:prstGeom>
          <a:noFill/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552BE-FBD9-4862-9AFF-04462575664A}"/>
              </a:ext>
            </a:extLst>
          </p:cNvPr>
          <p:cNvSpPr txBox="1"/>
          <p:nvPr/>
        </p:nvSpPr>
        <p:spPr>
          <a:xfrm>
            <a:off x="10316294" y="6904642"/>
            <a:ext cx="38818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cm</a:t>
            </a:r>
            <a:endParaRPr lang="en-US" sz="19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2981C894-0292-40B1-9D80-9FA74B7899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wheel_meas_cm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D3493C-78A4-4B79-B9B3-869C638EBF3A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66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SONIC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63AD9-5596-4E58-9DB0-CBA2448A830A}"/>
              </a:ext>
            </a:extLst>
          </p:cNvPr>
          <p:cNvSpPr/>
          <p:nvPr/>
        </p:nvSpPr>
        <p:spPr>
          <a:xfrm>
            <a:off x="2128057" y="5010832"/>
            <a:ext cx="7315200" cy="4438995"/>
          </a:xfrm>
          <a:prstGeom prst="rect">
            <a:avLst/>
          </a:prstGeom>
          <a:noFill/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552BE-FBD9-4862-9AFF-04462575664A}"/>
              </a:ext>
            </a:extLst>
          </p:cNvPr>
          <p:cNvSpPr txBox="1"/>
          <p:nvPr/>
        </p:nvSpPr>
        <p:spPr>
          <a:xfrm>
            <a:off x="10316294" y="6904642"/>
            <a:ext cx="38818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inch</a:t>
            </a:r>
            <a:endParaRPr lang="en-US" sz="19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3F191D88-5B95-4DDE-A60E-9671298038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sonic_meas_inch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21A81D-CF7D-4AEF-AFF3-363D9535F63E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092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SONIC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63AD9-5596-4E58-9DB0-CBA2448A830A}"/>
              </a:ext>
            </a:extLst>
          </p:cNvPr>
          <p:cNvSpPr/>
          <p:nvPr/>
        </p:nvSpPr>
        <p:spPr>
          <a:xfrm>
            <a:off x="2128057" y="5010832"/>
            <a:ext cx="7315200" cy="4438995"/>
          </a:xfrm>
          <a:prstGeom prst="rect">
            <a:avLst/>
          </a:prstGeom>
          <a:noFill/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552BE-FBD9-4862-9AFF-04462575664A}"/>
              </a:ext>
            </a:extLst>
          </p:cNvPr>
          <p:cNvSpPr txBox="1"/>
          <p:nvPr/>
        </p:nvSpPr>
        <p:spPr>
          <a:xfrm>
            <a:off x="10316294" y="6904642"/>
            <a:ext cx="38818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cm</a:t>
            </a:r>
            <a:endParaRPr lang="en-US" sz="19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89ADD2B6-A45D-4552-9171-07F4EA47BA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sonic_meas_cm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F0888D-4F22-4D19-B0CB-DC8AA85BC810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317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3023643" y="881310"/>
            <a:ext cx="98469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ANGULAR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63AD9-5596-4E58-9DB0-CBA2448A830A}"/>
              </a:ext>
            </a:extLst>
          </p:cNvPr>
          <p:cNvSpPr/>
          <p:nvPr/>
        </p:nvSpPr>
        <p:spPr>
          <a:xfrm>
            <a:off x="2128057" y="5010832"/>
            <a:ext cx="7315200" cy="4438995"/>
          </a:xfrm>
          <a:prstGeom prst="rect">
            <a:avLst/>
          </a:prstGeom>
          <a:noFill/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552BE-FBD9-4862-9AFF-04462575664A}"/>
              </a:ext>
            </a:extLst>
          </p:cNvPr>
          <p:cNvSpPr txBox="1"/>
          <p:nvPr/>
        </p:nvSpPr>
        <p:spPr>
          <a:xfrm>
            <a:off x="10316294" y="6904642"/>
            <a:ext cx="38818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deg</a:t>
            </a:r>
            <a:endParaRPr lang="en-US" sz="19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2DC132E6-6CDB-4EA4-9479-4FDB48B97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angular_meas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3B042F-FD18-44A8-A4B6-BD2F2F42C35E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336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3840717" y="768502"/>
            <a:ext cx="869487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SETTINGS</a:t>
            </a:r>
            <a:endParaRPr lang="en-US" sz="199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0B4D7-DAA3-4AAD-94E8-6158A97A58C6}"/>
              </a:ext>
            </a:extLst>
          </p:cNvPr>
          <p:cNvSpPr txBox="1"/>
          <p:nvPr/>
        </p:nvSpPr>
        <p:spPr>
          <a:xfrm>
            <a:off x="1737481" y="4849558"/>
            <a:ext cx="1280995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Unit</a:t>
            </a:r>
            <a:r>
              <a:rPr lang="en-US" sz="16600" b="1" dirty="0" err="1">
                <a:highlight>
                  <a:srgbClr val="000000"/>
                </a:highlight>
              </a:rPr>
              <a:t>tttttttttttt</a:t>
            </a:r>
            <a:endParaRPr lang="en-US" sz="16600" b="1" dirty="0">
              <a:highlight>
                <a:srgbClr val="000000"/>
              </a:highlight>
            </a:endParaRPr>
          </a:p>
          <a:p>
            <a:r>
              <a:rPr lang="en-US" sz="16600" b="1" dirty="0"/>
              <a:t>Charge Status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7EAE025-D6F2-4DCC-8DD1-BAC947D84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settings_unit</a:t>
            </a:r>
            <a:endParaRPr lang="en-US" b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2198CF-3553-412C-99B5-B541E760A439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913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6085153" y="818379"/>
            <a:ext cx="437225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Unit</a:t>
            </a:r>
            <a:endParaRPr lang="en-US" sz="199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0B4D7-DAA3-4AAD-94E8-6158A97A58C6}"/>
              </a:ext>
            </a:extLst>
          </p:cNvPr>
          <p:cNvSpPr txBox="1"/>
          <p:nvPr/>
        </p:nvSpPr>
        <p:spPr>
          <a:xfrm>
            <a:off x="1737481" y="4849558"/>
            <a:ext cx="1280995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cm</a:t>
            </a:r>
            <a:r>
              <a:rPr lang="en-US" sz="16600" b="1" dirty="0">
                <a:highlight>
                  <a:srgbClr val="000000"/>
                </a:highlight>
              </a:rPr>
              <a:t>tttttttttttttt</a:t>
            </a:r>
          </a:p>
          <a:p>
            <a:r>
              <a:rPr lang="en-US" sz="16600" b="1" dirty="0"/>
              <a:t>inch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27917A0-2AA7-4A9E-BF46-2395DC19DA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unit_cm</a:t>
            </a:r>
            <a:endParaRPr lang="en-US" b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70E243-DE37-4EFA-A97F-FD14A02BCBEE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355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C40B4D7-DAA3-4AAD-94E8-6158A97A58C6}"/>
              </a:ext>
            </a:extLst>
          </p:cNvPr>
          <p:cNvSpPr txBox="1"/>
          <p:nvPr/>
        </p:nvSpPr>
        <p:spPr>
          <a:xfrm>
            <a:off x="1737481" y="4849558"/>
            <a:ext cx="1280995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/>
              <a:t>cm</a:t>
            </a:r>
            <a:r>
              <a:rPr lang="en-US" sz="16600" dirty="0">
                <a:solidFill>
                  <a:schemeClr val="bg1"/>
                </a:solidFill>
              </a:rPr>
              <a:t>ttttttttttttt</a:t>
            </a:r>
          </a:p>
          <a:p>
            <a:r>
              <a:rPr lang="en-US" sz="16600" dirty="0">
                <a:solidFill>
                  <a:schemeClr val="bg1"/>
                </a:solidFill>
                <a:highlight>
                  <a:srgbClr val="000000"/>
                </a:highlight>
              </a:rPr>
              <a:t>inch</a:t>
            </a:r>
            <a:r>
              <a:rPr lang="en-US" sz="16600" dirty="0">
                <a:highlight>
                  <a:srgbClr val="000000"/>
                </a:highlight>
              </a:rPr>
              <a:t>ge Statuss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EDD93-19DD-4FF4-ADF9-D63836B307D4}"/>
              </a:ext>
            </a:extLst>
          </p:cNvPr>
          <p:cNvSpPr txBox="1"/>
          <p:nvPr/>
        </p:nvSpPr>
        <p:spPr>
          <a:xfrm>
            <a:off x="6085153" y="818379"/>
            <a:ext cx="437225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/>
              <a:t>Unit</a:t>
            </a:r>
            <a:endParaRPr lang="en-US" sz="19900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DEEF9A3-85CA-4ABF-A35E-7D3E8B9C6D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unit_inch</a:t>
            </a:r>
            <a:endParaRPr lang="en-US" b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79077C-A3F7-4490-B16E-B6A308942641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773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3840717" y="768502"/>
            <a:ext cx="869487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SETTINGS</a:t>
            </a:r>
            <a:endParaRPr lang="en-US" sz="199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0B4D7-DAA3-4AAD-94E8-6158A97A58C6}"/>
              </a:ext>
            </a:extLst>
          </p:cNvPr>
          <p:cNvSpPr txBox="1"/>
          <p:nvPr/>
        </p:nvSpPr>
        <p:spPr>
          <a:xfrm>
            <a:off x="1737481" y="4849558"/>
            <a:ext cx="1280995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 err="1"/>
              <a:t>Unit</a:t>
            </a:r>
            <a:r>
              <a:rPr lang="en-US" sz="16600" b="1" dirty="0" err="1">
                <a:solidFill>
                  <a:schemeClr val="bg1"/>
                </a:solidFill>
              </a:rPr>
              <a:t>tttttttttttt</a:t>
            </a:r>
            <a:endParaRPr lang="en-US" sz="16600" b="1" dirty="0">
              <a:solidFill>
                <a:schemeClr val="bg1"/>
              </a:solidFill>
            </a:endParaRPr>
          </a:p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Charge Status</a:t>
            </a:r>
            <a:endParaRPr lang="en-US" sz="16600" b="1" dirty="0">
              <a:highlight>
                <a:srgbClr val="000000"/>
              </a:highligh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710AAD4-E40F-4D12-BD71-9B364FC7A8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settings_charge_status</a:t>
            </a:r>
            <a:endParaRPr lang="en-US" b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7CD01C-72BD-4657-BE98-A571EFAA2847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353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1828800" y="768502"/>
            <a:ext cx="1243166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Charge Status</a:t>
            </a:r>
            <a:endParaRPr lang="en-US" sz="199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0B4D7-DAA3-4AAD-94E8-6158A97A58C6}"/>
              </a:ext>
            </a:extLst>
          </p:cNvPr>
          <p:cNvSpPr txBox="1"/>
          <p:nvPr/>
        </p:nvSpPr>
        <p:spPr>
          <a:xfrm>
            <a:off x="1532654" y="6124641"/>
            <a:ext cx="13014779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ON </a:t>
            </a:r>
            <a:r>
              <a:rPr lang="en-US" sz="7200" b="1" dirty="0">
                <a:solidFill>
                  <a:schemeClr val="bg1"/>
                </a:solidFill>
                <a:highlight>
                  <a:srgbClr val="000000"/>
                </a:highlight>
              </a:rPr>
              <a:t>(may affect battery life)</a:t>
            </a:r>
            <a:r>
              <a:rPr lang="en-US" sz="7200" b="1" dirty="0">
                <a:highlight>
                  <a:srgbClr val="000000"/>
                </a:highlight>
              </a:rPr>
              <a:t>)</a:t>
            </a:r>
            <a:endParaRPr lang="en-US" sz="16600" b="1" dirty="0">
              <a:highlight>
                <a:srgbClr val="000000"/>
              </a:highlight>
            </a:endParaRPr>
          </a:p>
          <a:p>
            <a:r>
              <a:rPr lang="en-US" sz="16600" b="1" dirty="0"/>
              <a:t>OFF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-142796" y="83125"/>
            <a:ext cx="15411547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24F92-E7C3-422E-877B-E7EB405C5E85}"/>
              </a:ext>
            </a:extLst>
          </p:cNvPr>
          <p:cNvSpPr txBox="1"/>
          <p:nvPr/>
        </p:nvSpPr>
        <p:spPr>
          <a:xfrm>
            <a:off x="1828800" y="4227367"/>
            <a:ext cx="124316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Keep LCD on while charging?</a:t>
            </a:r>
            <a:endParaRPr lang="en-US" sz="8800" b="1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A19E45B-5958-4CA8-8AD0-8984223012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charge_status_on</a:t>
            </a:r>
            <a:endParaRPr lang="en-US" b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5042F5-D877-4C4B-A6AD-957C789077F6}"/>
              </a:ext>
            </a:extLst>
          </p:cNvPr>
          <p:cNvCxnSpPr>
            <a:cxnSpLocks/>
          </p:cNvCxnSpPr>
          <p:nvPr/>
        </p:nvCxnSpPr>
        <p:spPr>
          <a:xfrm>
            <a:off x="1135747" y="3615204"/>
            <a:ext cx="13411687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87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2024449" y="768502"/>
            <a:ext cx="1223601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Charge Status</a:t>
            </a:r>
            <a:endParaRPr lang="en-US" sz="199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0B4D7-DAA3-4AAD-94E8-6158A97A58C6}"/>
              </a:ext>
            </a:extLst>
          </p:cNvPr>
          <p:cNvSpPr txBox="1"/>
          <p:nvPr/>
        </p:nvSpPr>
        <p:spPr>
          <a:xfrm>
            <a:off x="1737480" y="6124641"/>
            <a:ext cx="1280995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ON </a:t>
            </a:r>
            <a:r>
              <a:rPr lang="en-US" sz="7200" b="1" dirty="0"/>
              <a:t>(may affect battery life)</a:t>
            </a:r>
            <a:endParaRPr lang="en-US" sz="16600" b="1" dirty="0"/>
          </a:p>
          <a:p>
            <a:r>
              <a:rPr lang="en-US" sz="166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OFF</a:t>
            </a:r>
            <a:r>
              <a:rPr lang="en-US" sz="16600" b="1" dirty="0" err="1">
                <a:highlight>
                  <a:srgbClr val="000000"/>
                </a:highlight>
              </a:rPr>
              <a:t>ffffffffffffs</a:t>
            </a:r>
            <a:endParaRPr lang="en-US" sz="16600" b="1" dirty="0">
              <a:highlight>
                <a:srgbClr val="000000"/>
              </a:highligh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24F92-E7C3-422E-877B-E7EB405C5E85}"/>
              </a:ext>
            </a:extLst>
          </p:cNvPr>
          <p:cNvSpPr txBox="1"/>
          <p:nvPr/>
        </p:nvSpPr>
        <p:spPr>
          <a:xfrm>
            <a:off x="1737480" y="4227367"/>
            <a:ext cx="125229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Keep LCD on while charging?</a:t>
            </a:r>
            <a:endParaRPr lang="en-US" sz="8800" b="1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E3B68A4-15F3-45CC-BC66-546D645549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charge_status_off</a:t>
            </a:r>
            <a:endParaRPr lang="en-US" b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3BC743-AA6F-483D-B94E-259AC0181CFB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7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8799C1-9865-4043-80CA-F5D578A2BA38}"/>
              </a:ext>
            </a:extLst>
          </p:cNvPr>
          <p:cNvSpPr/>
          <p:nvPr/>
        </p:nvSpPr>
        <p:spPr>
          <a:xfrm>
            <a:off x="5674384" y="4330461"/>
            <a:ext cx="8696521" cy="2874247"/>
          </a:xfrm>
          <a:prstGeom prst="rect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0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B4185A-C376-4C0A-B896-ED57F5880053}"/>
              </a:ext>
            </a:extLst>
          </p:cNvPr>
          <p:cNvSpPr/>
          <p:nvPr/>
        </p:nvSpPr>
        <p:spPr>
          <a:xfrm>
            <a:off x="5674383" y="7006400"/>
            <a:ext cx="8696521" cy="2874247"/>
          </a:xfrm>
          <a:prstGeom prst="rect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21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FA4993-E500-44A1-BFC5-2C4415B9247C}"/>
              </a:ext>
            </a:extLst>
          </p:cNvPr>
          <p:cNvSpPr/>
          <p:nvPr/>
        </p:nvSpPr>
        <p:spPr>
          <a:xfrm>
            <a:off x="5674382" y="9776674"/>
            <a:ext cx="8696521" cy="2874247"/>
          </a:xfrm>
          <a:prstGeom prst="rect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1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259</TotalTime>
  <Words>211</Words>
  <Application>Microsoft Office PowerPoint</Application>
  <PresentationFormat>Custom</PresentationFormat>
  <Paragraphs>89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menu_linear</vt:lpstr>
      <vt:lpstr>menu_angular</vt:lpstr>
      <vt:lpstr>menu_settings</vt:lpstr>
      <vt:lpstr>linear_string</vt:lpstr>
      <vt:lpstr>linear_wheel</vt:lpstr>
      <vt:lpstr>linear_sonic</vt:lpstr>
      <vt:lpstr>string_meas_cm</vt:lpstr>
      <vt:lpstr>string_meas_inch</vt:lpstr>
      <vt:lpstr>wheel_meas_inch</vt:lpstr>
      <vt:lpstr>wheel_meas_cm</vt:lpstr>
      <vt:lpstr>sonic_meas_inch</vt:lpstr>
      <vt:lpstr>sonic_meas_cm</vt:lpstr>
      <vt:lpstr>angular_meas</vt:lpstr>
      <vt:lpstr>settings_unit</vt:lpstr>
      <vt:lpstr>unit_cm</vt:lpstr>
      <vt:lpstr>unit_inch</vt:lpstr>
      <vt:lpstr>settings_charge_status</vt:lpstr>
      <vt:lpstr>charge_status_on</vt:lpstr>
      <vt:lpstr>charge_status_off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Rajat Chaple</dc:creator>
  <cp:lastModifiedBy>Rajat Chaple</cp:lastModifiedBy>
  <cp:revision>13</cp:revision>
  <dcterms:created xsi:type="dcterms:W3CDTF">2022-04-01T23:29:50Z</dcterms:created>
  <dcterms:modified xsi:type="dcterms:W3CDTF">2022-04-16T01:20:40Z</dcterms:modified>
</cp:coreProperties>
</file>