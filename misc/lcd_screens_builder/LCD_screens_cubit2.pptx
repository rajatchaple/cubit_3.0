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92" r:id="rId2"/>
    <p:sldId id="293" r:id="rId3"/>
    <p:sldId id="294" r:id="rId4"/>
  </p:sldIdLst>
  <p:sldSz cx="2286000" cy="3810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516" autoAdjust="0"/>
    <p:restoredTop sz="96247" autoAdjust="0"/>
  </p:normalViewPr>
  <p:slideViewPr>
    <p:cSldViewPr snapToGrid="0">
      <p:cViewPr varScale="1">
        <p:scale>
          <a:sx n="187" d="100"/>
          <a:sy n="187" d="100"/>
        </p:scale>
        <p:origin x="3078" y="15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1450" y="623535"/>
            <a:ext cx="1943100" cy="1326444"/>
          </a:xfrm>
        </p:spPr>
        <p:txBody>
          <a:bodyPr anchor="b"/>
          <a:lstStyle>
            <a:lvl1pPr algn="ctr">
              <a:defRPr sz="1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85750" y="2001132"/>
            <a:ext cx="1714500" cy="919868"/>
          </a:xfrm>
        </p:spPr>
        <p:txBody>
          <a:bodyPr/>
          <a:lstStyle>
            <a:lvl1pPr marL="0" indent="0" algn="ctr">
              <a:buNone/>
              <a:defRPr sz="600"/>
            </a:lvl1pPr>
            <a:lvl2pPr marL="114300" indent="0" algn="ctr">
              <a:buNone/>
              <a:defRPr sz="500"/>
            </a:lvl2pPr>
            <a:lvl3pPr marL="228600" indent="0" algn="ctr">
              <a:buNone/>
              <a:defRPr sz="450"/>
            </a:lvl3pPr>
            <a:lvl4pPr marL="342900" indent="0" algn="ctr">
              <a:buNone/>
              <a:defRPr sz="400"/>
            </a:lvl4pPr>
            <a:lvl5pPr marL="457200" indent="0" algn="ctr">
              <a:buNone/>
              <a:defRPr sz="400"/>
            </a:lvl5pPr>
            <a:lvl6pPr marL="571500" indent="0" algn="ctr">
              <a:buNone/>
              <a:defRPr sz="400"/>
            </a:lvl6pPr>
            <a:lvl7pPr marL="685800" indent="0" algn="ctr">
              <a:buNone/>
              <a:defRPr sz="400"/>
            </a:lvl7pPr>
            <a:lvl8pPr marL="800100" indent="0" algn="ctr">
              <a:buNone/>
              <a:defRPr sz="400"/>
            </a:lvl8pPr>
            <a:lvl9pPr marL="914400" indent="0" algn="ctr">
              <a:buNone/>
              <a:defRPr sz="4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38F670-4784-4A02-AE32-D448CB75F0F1}" type="datetimeFigureOut">
              <a:rPr lang="en-US" smtClean="0"/>
              <a:t>5/31/2024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AD95BC-2E91-40DC-B8EF-E302AC3D4B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65605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38F670-4784-4A02-AE32-D448CB75F0F1}" type="datetimeFigureOut">
              <a:rPr lang="en-US" smtClean="0"/>
              <a:t>5/31/2024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AD95BC-2E91-40DC-B8EF-E302AC3D4B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32138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5972" y="949855"/>
            <a:ext cx="1971675" cy="1584854"/>
          </a:xfrm>
        </p:spPr>
        <p:txBody>
          <a:bodyPr anchor="b"/>
          <a:lstStyle>
            <a:lvl1pPr>
              <a:defRPr sz="1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5972" y="2549703"/>
            <a:ext cx="1971675" cy="833437"/>
          </a:xfrm>
        </p:spPr>
        <p:txBody>
          <a:bodyPr/>
          <a:lstStyle>
            <a:lvl1pPr marL="0" indent="0">
              <a:buNone/>
              <a:defRPr sz="600">
                <a:solidFill>
                  <a:schemeClr val="tx1"/>
                </a:solidFill>
              </a:defRPr>
            </a:lvl1pPr>
            <a:lvl2pPr marL="114300" indent="0">
              <a:buNone/>
              <a:defRPr sz="500">
                <a:solidFill>
                  <a:schemeClr val="tx1">
                    <a:tint val="75000"/>
                  </a:schemeClr>
                </a:solidFill>
              </a:defRPr>
            </a:lvl2pPr>
            <a:lvl3pPr marL="228600" indent="0">
              <a:buNone/>
              <a:defRPr sz="450">
                <a:solidFill>
                  <a:schemeClr val="tx1">
                    <a:tint val="75000"/>
                  </a:schemeClr>
                </a:solidFill>
              </a:defRPr>
            </a:lvl3pPr>
            <a:lvl4pPr marL="342900" indent="0">
              <a:buNone/>
              <a:defRPr sz="400">
                <a:solidFill>
                  <a:schemeClr val="tx1">
                    <a:tint val="75000"/>
                  </a:schemeClr>
                </a:solidFill>
              </a:defRPr>
            </a:lvl4pPr>
            <a:lvl5pPr marL="457200" indent="0">
              <a:buNone/>
              <a:defRPr sz="400">
                <a:solidFill>
                  <a:schemeClr val="tx1">
                    <a:tint val="75000"/>
                  </a:schemeClr>
                </a:solidFill>
              </a:defRPr>
            </a:lvl5pPr>
            <a:lvl6pPr marL="571500" indent="0">
              <a:buNone/>
              <a:defRPr sz="400">
                <a:solidFill>
                  <a:schemeClr val="tx1">
                    <a:tint val="75000"/>
                  </a:schemeClr>
                </a:solidFill>
              </a:defRPr>
            </a:lvl6pPr>
            <a:lvl7pPr marL="685800" indent="0">
              <a:buNone/>
              <a:defRPr sz="400">
                <a:solidFill>
                  <a:schemeClr val="tx1">
                    <a:tint val="75000"/>
                  </a:schemeClr>
                </a:solidFill>
              </a:defRPr>
            </a:lvl7pPr>
            <a:lvl8pPr marL="800100" indent="0">
              <a:buNone/>
              <a:defRPr sz="400">
                <a:solidFill>
                  <a:schemeClr val="tx1">
                    <a:tint val="75000"/>
                  </a:schemeClr>
                </a:solidFill>
              </a:defRPr>
            </a:lvl8pPr>
            <a:lvl9pPr marL="914400" indent="0">
              <a:buNone/>
              <a:defRPr sz="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38F670-4784-4A02-AE32-D448CB75F0F1}" type="datetimeFigureOut">
              <a:rPr lang="en-US" smtClean="0"/>
              <a:t>5/31/2024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AD95BC-2E91-40DC-B8EF-E302AC3D4B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07240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7163" y="1014236"/>
            <a:ext cx="971550" cy="241741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7288" y="1014236"/>
            <a:ext cx="971550" cy="241741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38F670-4784-4A02-AE32-D448CB75F0F1}" type="datetimeFigureOut">
              <a:rPr lang="en-US" smtClean="0"/>
              <a:t>5/31/2024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AD95BC-2E91-40DC-B8EF-E302AC3D4B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52869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60" y="202848"/>
            <a:ext cx="1971675" cy="73642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7461" y="933979"/>
            <a:ext cx="967085" cy="457729"/>
          </a:xfrm>
        </p:spPr>
        <p:txBody>
          <a:bodyPr anchor="b"/>
          <a:lstStyle>
            <a:lvl1pPr marL="0" indent="0">
              <a:buNone/>
              <a:defRPr sz="600" b="1"/>
            </a:lvl1pPr>
            <a:lvl2pPr marL="114300" indent="0">
              <a:buNone/>
              <a:defRPr sz="500" b="1"/>
            </a:lvl2pPr>
            <a:lvl3pPr marL="228600" indent="0">
              <a:buNone/>
              <a:defRPr sz="450" b="1"/>
            </a:lvl3pPr>
            <a:lvl4pPr marL="342900" indent="0">
              <a:buNone/>
              <a:defRPr sz="400" b="1"/>
            </a:lvl4pPr>
            <a:lvl5pPr marL="457200" indent="0">
              <a:buNone/>
              <a:defRPr sz="400" b="1"/>
            </a:lvl5pPr>
            <a:lvl6pPr marL="571500" indent="0">
              <a:buNone/>
              <a:defRPr sz="400" b="1"/>
            </a:lvl6pPr>
            <a:lvl7pPr marL="685800" indent="0">
              <a:buNone/>
              <a:defRPr sz="400" b="1"/>
            </a:lvl7pPr>
            <a:lvl8pPr marL="800100" indent="0">
              <a:buNone/>
              <a:defRPr sz="400" b="1"/>
            </a:lvl8pPr>
            <a:lvl9pPr marL="914400" indent="0">
              <a:buNone/>
              <a:defRPr sz="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7461" y="1391709"/>
            <a:ext cx="967085" cy="20469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157288" y="933979"/>
            <a:ext cx="971848" cy="457729"/>
          </a:xfrm>
        </p:spPr>
        <p:txBody>
          <a:bodyPr anchor="b"/>
          <a:lstStyle>
            <a:lvl1pPr marL="0" indent="0">
              <a:buNone/>
              <a:defRPr sz="600" b="1"/>
            </a:lvl1pPr>
            <a:lvl2pPr marL="114300" indent="0">
              <a:buNone/>
              <a:defRPr sz="500" b="1"/>
            </a:lvl2pPr>
            <a:lvl3pPr marL="228600" indent="0">
              <a:buNone/>
              <a:defRPr sz="450" b="1"/>
            </a:lvl3pPr>
            <a:lvl4pPr marL="342900" indent="0">
              <a:buNone/>
              <a:defRPr sz="400" b="1"/>
            </a:lvl4pPr>
            <a:lvl5pPr marL="457200" indent="0">
              <a:buNone/>
              <a:defRPr sz="400" b="1"/>
            </a:lvl5pPr>
            <a:lvl6pPr marL="571500" indent="0">
              <a:buNone/>
              <a:defRPr sz="400" b="1"/>
            </a:lvl6pPr>
            <a:lvl7pPr marL="685800" indent="0">
              <a:buNone/>
              <a:defRPr sz="400" b="1"/>
            </a:lvl7pPr>
            <a:lvl8pPr marL="800100" indent="0">
              <a:buNone/>
              <a:defRPr sz="400" b="1"/>
            </a:lvl8pPr>
            <a:lvl9pPr marL="914400" indent="0">
              <a:buNone/>
              <a:defRPr sz="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157288" y="1391709"/>
            <a:ext cx="971848" cy="20469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38F670-4784-4A02-AE32-D448CB75F0F1}" type="datetimeFigureOut">
              <a:rPr lang="en-US" smtClean="0"/>
              <a:t>5/31/2024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AD95BC-2E91-40DC-B8EF-E302AC3D4B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39235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38F670-4784-4A02-AE32-D448CB75F0F1}" type="datetimeFigureOut">
              <a:rPr lang="en-US" smtClean="0"/>
              <a:t>5/31/2024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AD95BC-2E91-40DC-B8EF-E302AC3D4B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79449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38F670-4784-4A02-AE32-D448CB75F0F1}" type="datetimeFigureOut">
              <a:rPr lang="en-US" smtClean="0"/>
              <a:t>5/31/2024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AD95BC-2E91-40DC-B8EF-E302AC3D4B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62859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60" y="254000"/>
            <a:ext cx="737295" cy="889000"/>
          </a:xfrm>
        </p:spPr>
        <p:txBody>
          <a:bodyPr anchor="b"/>
          <a:lstStyle>
            <a:lvl1pPr>
              <a:defRPr sz="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71847" y="548571"/>
            <a:ext cx="1157288" cy="2707569"/>
          </a:xfrm>
        </p:spPr>
        <p:txBody>
          <a:bodyPr/>
          <a:lstStyle>
            <a:lvl1pPr>
              <a:defRPr sz="800"/>
            </a:lvl1pPr>
            <a:lvl2pPr>
              <a:defRPr sz="700"/>
            </a:lvl2pPr>
            <a:lvl3pPr>
              <a:defRPr sz="600"/>
            </a:lvl3pPr>
            <a:lvl4pPr>
              <a:defRPr sz="500"/>
            </a:lvl4pPr>
            <a:lvl5pPr>
              <a:defRPr sz="500"/>
            </a:lvl5pPr>
            <a:lvl6pPr>
              <a:defRPr sz="500"/>
            </a:lvl6pPr>
            <a:lvl7pPr>
              <a:defRPr sz="500"/>
            </a:lvl7pPr>
            <a:lvl8pPr>
              <a:defRPr sz="500"/>
            </a:lvl8pPr>
            <a:lvl9pPr>
              <a:defRPr sz="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7460" y="1143000"/>
            <a:ext cx="737295" cy="2117549"/>
          </a:xfrm>
        </p:spPr>
        <p:txBody>
          <a:bodyPr/>
          <a:lstStyle>
            <a:lvl1pPr marL="0" indent="0">
              <a:buNone/>
              <a:defRPr sz="400"/>
            </a:lvl1pPr>
            <a:lvl2pPr marL="114300" indent="0">
              <a:buNone/>
              <a:defRPr sz="350"/>
            </a:lvl2pPr>
            <a:lvl3pPr marL="228600" indent="0">
              <a:buNone/>
              <a:defRPr sz="300"/>
            </a:lvl3pPr>
            <a:lvl4pPr marL="342900" indent="0">
              <a:buNone/>
              <a:defRPr sz="250"/>
            </a:lvl4pPr>
            <a:lvl5pPr marL="457200" indent="0">
              <a:buNone/>
              <a:defRPr sz="250"/>
            </a:lvl5pPr>
            <a:lvl6pPr marL="571500" indent="0">
              <a:buNone/>
              <a:defRPr sz="250"/>
            </a:lvl6pPr>
            <a:lvl7pPr marL="685800" indent="0">
              <a:buNone/>
              <a:defRPr sz="250"/>
            </a:lvl7pPr>
            <a:lvl8pPr marL="800100" indent="0">
              <a:buNone/>
              <a:defRPr sz="250"/>
            </a:lvl8pPr>
            <a:lvl9pPr marL="914400" indent="0">
              <a:buNone/>
              <a:defRPr sz="2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38F670-4784-4A02-AE32-D448CB75F0F1}" type="datetimeFigureOut">
              <a:rPr lang="en-US" smtClean="0"/>
              <a:t>5/31/2024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AD95BC-2E91-40DC-B8EF-E302AC3D4B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00569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60" y="254000"/>
            <a:ext cx="737295" cy="889000"/>
          </a:xfrm>
        </p:spPr>
        <p:txBody>
          <a:bodyPr anchor="b"/>
          <a:lstStyle>
            <a:lvl1pPr>
              <a:defRPr sz="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71847" y="548571"/>
            <a:ext cx="1157288" cy="2707569"/>
          </a:xfrm>
        </p:spPr>
        <p:txBody>
          <a:bodyPr anchor="t"/>
          <a:lstStyle>
            <a:lvl1pPr marL="0" indent="0">
              <a:buNone/>
              <a:defRPr sz="800"/>
            </a:lvl1pPr>
            <a:lvl2pPr marL="114300" indent="0">
              <a:buNone/>
              <a:defRPr sz="700"/>
            </a:lvl2pPr>
            <a:lvl3pPr marL="228600" indent="0">
              <a:buNone/>
              <a:defRPr sz="600"/>
            </a:lvl3pPr>
            <a:lvl4pPr marL="342900" indent="0">
              <a:buNone/>
              <a:defRPr sz="500"/>
            </a:lvl4pPr>
            <a:lvl5pPr marL="457200" indent="0">
              <a:buNone/>
              <a:defRPr sz="500"/>
            </a:lvl5pPr>
            <a:lvl6pPr marL="571500" indent="0">
              <a:buNone/>
              <a:defRPr sz="500"/>
            </a:lvl6pPr>
            <a:lvl7pPr marL="685800" indent="0">
              <a:buNone/>
              <a:defRPr sz="500"/>
            </a:lvl7pPr>
            <a:lvl8pPr marL="800100" indent="0">
              <a:buNone/>
              <a:defRPr sz="500"/>
            </a:lvl8pPr>
            <a:lvl9pPr marL="914400" indent="0">
              <a:buNone/>
              <a:defRPr sz="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57460" y="1143000"/>
            <a:ext cx="737295" cy="2117549"/>
          </a:xfrm>
        </p:spPr>
        <p:txBody>
          <a:bodyPr/>
          <a:lstStyle>
            <a:lvl1pPr marL="0" indent="0">
              <a:buNone/>
              <a:defRPr sz="400"/>
            </a:lvl1pPr>
            <a:lvl2pPr marL="114300" indent="0">
              <a:buNone/>
              <a:defRPr sz="350"/>
            </a:lvl2pPr>
            <a:lvl3pPr marL="228600" indent="0">
              <a:buNone/>
              <a:defRPr sz="300"/>
            </a:lvl3pPr>
            <a:lvl4pPr marL="342900" indent="0">
              <a:buNone/>
              <a:defRPr sz="250"/>
            </a:lvl4pPr>
            <a:lvl5pPr marL="457200" indent="0">
              <a:buNone/>
              <a:defRPr sz="250"/>
            </a:lvl5pPr>
            <a:lvl6pPr marL="571500" indent="0">
              <a:buNone/>
              <a:defRPr sz="250"/>
            </a:lvl6pPr>
            <a:lvl7pPr marL="685800" indent="0">
              <a:buNone/>
              <a:defRPr sz="250"/>
            </a:lvl7pPr>
            <a:lvl8pPr marL="800100" indent="0">
              <a:buNone/>
              <a:defRPr sz="250"/>
            </a:lvl8pPr>
            <a:lvl9pPr marL="914400" indent="0">
              <a:buNone/>
              <a:defRPr sz="2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38F670-4784-4A02-AE32-D448CB75F0F1}" type="datetimeFigureOut">
              <a:rPr lang="en-US" smtClean="0"/>
              <a:t>5/31/2024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AD95BC-2E91-40DC-B8EF-E302AC3D4B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43488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38F670-4784-4A02-AE32-D448CB75F0F1}" type="datetimeFigureOut">
              <a:rPr lang="en-US" smtClean="0"/>
              <a:t>5/31/2024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AD95BC-2E91-40DC-B8EF-E302AC3D4B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2734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635919" y="202847"/>
            <a:ext cx="492919" cy="322879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57163" y="202847"/>
            <a:ext cx="1450181" cy="322879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38F670-4784-4A02-AE32-D448CB75F0F1}" type="datetimeFigureOut">
              <a:rPr lang="en-US" smtClean="0"/>
              <a:t>5/31/2024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AD95BC-2E91-40DC-B8EF-E302AC3D4B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35409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7163" y="202848"/>
            <a:ext cx="1971675" cy="73642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7163" y="1014236"/>
            <a:ext cx="1971675" cy="241741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57163" y="3531307"/>
            <a:ext cx="514350" cy="20284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38F670-4784-4A02-AE32-D448CB75F0F1}" type="datetimeFigureOut">
              <a:rPr lang="en-US" smtClean="0"/>
              <a:t>5/31/2024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57238" y="3531307"/>
            <a:ext cx="771525" cy="20284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614488" y="3531307"/>
            <a:ext cx="514350" cy="20284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CAD95BC-2E91-40DC-B8EF-E302AC3D4B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80585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228600" rtl="0" eaLnBrk="1" latinLnBrk="0" hangingPunct="1">
        <a:lnSpc>
          <a:spcPct val="90000"/>
        </a:lnSpc>
        <a:spcBef>
          <a:spcPct val="0"/>
        </a:spcBef>
        <a:buNone/>
        <a:defRPr sz="11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57150" indent="-57150" algn="l" defTabSz="228600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700" kern="1200">
          <a:solidFill>
            <a:schemeClr val="tx1"/>
          </a:solidFill>
          <a:latin typeface="+mn-lt"/>
          <a:ea typeface="+mn-ea"/>
          <a:cs typeface="+mn-cs"/>
        </a:defRPr>
      </a:lvl1pPr>
      <a:lvl2pPr marL="171450" indent="-57150" algn="l" defTabSz="228600" rtl="0" eaLnBrk="1" latinLnBrk="0" hangingPunct="1">
        <a:lnSpc>
          <a:spcPct val="90000"/>
        </a:lnSpc>
        <a:spcBef>
          <a:spcPts val="125"/>
        </a:spcBef>
        <a:buFont typeface="Arial" panose="020B0604020202020204" pitchFamily="34" charset="0"/>
        <a:buChar char="•"/>
        <a:defRPr sz="600" kern="1200">
          <a:solidFill>
            <a:schemeClr val="tx1"/>
          </a:solidFill>
          <a:latin typeface="+mn-lt"/>
          <a:ea typeface="+mn-ea"/>
          <a:cs typeface="+mn-cs"/>
        </a:defRPr>
      </a:lvl2pPr>
      <a:lvl3pPr marL="285750" indent="-57150" algn="l" defTabSz="228600" rtl="0" eaLnBrk="1" latinLnBrk="0" hangingPunct="1">
        <a:lnSpc>
          <a:spcPct val="90000"/>
        </a:lnSpc>
        <a:spcBef>
          <a:spcPts val="125"/>
        </a:spcBef>
        <a:buFont typeface="Arial" panose="020B0604020202020204" pitchFamily="34" charset="0"/>
        <a:buChar char="•"/>
        <a:defRPr sz="500" kern="1200">
          <a:solidFill>
            <a:schemeClr val="tx1"/>
          </a:solidFill>
          <a:latin typeface="+mn-lt"/>
          <a:ea typeface="+mn-ea"/>
          <a:cs typeface="+mn-cs"/>
        </a:defRPr>
      </a:lvl3pPr>
      <a:lvl4pPr marL="400050" indent="-57150" algn="l" defTabSz="228600" rtl="0" eaLnBrk="1" latinLnBrk="0" hangingPunct="1">
        <a:lnSpc>
          <a:spcPct val="90000"/>
        </a:lnSpc>
        <a:spcBef>
          <a:spcPts val="125"/>
        </a:spcBef>
        <a:buFont typeface="Arial" panose="020B0604020202020204" pitchFamily="34" charset="0"/>
        <a:buChar char="•"/>
        <a:defRPr sz="450" kern="1200">
          <a:solidFill>
            <a:schemeClr val="tx1"/>
          </a:solidFill>
          <a:latin typeface="+mn-lt"/>
          <a:ea typeface="+mn-ea"/>
          <a:cs typeface="+mn-cs"/>
        </a:defRPr>
      </a:lvl4pPr>
      <a:lvl5pPr marL="514350" indent="-57150" algn="l" defTabSz="228600" rtl="0" eaLnBrk="1" latinLnBrk="0" hangingPunct="1">
        <a:lnSpc>
          <a:spcPct val="90000"/>
        </a:lnSpc>
        <a:spcBef>
          <a:spcPts val="125"/>
        </a:spcBef>
        <a:buFont typeface="Arial" panose="020B0604020202020204" pitchFamily="34" charset="0"/>
        <a:buChar char="•"/>
        <a:defRPr sz="450" kern="1200">
          <a:solidFill>
            <a:schemeClr val="tx1"/>
          </a:solidFill>
          <a:latin typeface="+mn-lt"/>
          <a:ea typeface="+mn-ea"/>
          <a:cs typeface="+mn-cs"/>
        </a:defRPr>
      </a:lvl5pPr>
      <a:lvl6pPr marL="628650" indent="-57150" algn="l" defTabSz="228600" rtl="0" eaLnBrk="1" latinLnBrk="0" hangingPunct="1">
        <a:lnSpc>
          <a:spcPct val="90000"/>
        </a:lnSpc>
        <a:spcBef>
          <a:spcPts val="125"/>
        </a:spcBef>
        <a:buFont typeface="Arial" panose="020B0604020202020204" pitchFamily="34" charset="0"/>
        <a:buChar char="•"/>
        <a:defRPr sz="450" kern="1200">
          <a:solidFill>
            <a:schemeClr val="tx1"/>
          </a:solidFill>
          <a:latin typeface="+mn-lt"/>
          <a:ea typeface="+mn-ea"/>
          <a:cs typeface="+mn-cs"/>
        </a:defRPr>
      </a:lvl6pPr>
      <a:lvl7pPr marL="742950" indent="-57150" algn="l" defTabSz="228600" rtl="0" eaLnBrk="1" latinLnBrk="0" hangingPunct="1">
        <a:lnSpc>
          <a:spcPct val="90000"/>
        </a:lnSpc>
        <a:spcBef>
          <a:spcPts val="125"/>
        </a:spcBef>
        <a:buFont typeface="Arial" panose="020B0604020202020204" pitchFamily="34" charset="0"/>
        <a:buChar char="•"/>
        <a:defRPr sz="450" kern="1200">
          <a:solidFill>
            <a:schemeClr val="tx1"/>
          </a:solidFill>
          <a:latin typeface="+mn-lt"/>
          <a:ea typeface="+mn-ea"/>
          <a:cs typeface="+mn-cs"/>
        </a:defRPr>
      </a:lvl7pPr>
      <a:lvl8pPr marL="857250" indent="-57150" algn="l" defTabSz="228600" rtl="0" eaLnBrk="1" latinLnBrk="0" hangingPunct="1">
        <a:lnSpc>
          <a:spcPct val="90000"/>
        </a:lnSpc>
        <a:spcBef>
          <a:spcPts val="125"/>
        </a:spcBef>
        <a:buFont typeface="Arial" panose="020B0604020202020204" pitchFamily="34" charset="0"/>
        <a:buChar char="•"/>
        <a:defRPr sz="450" kern="1200">
          <a:solidFill>
            <a:schemeClr val="tx1"/>
          </a:solidFill>
          <a:latin typeface="+mn-lt"/>
          <a:ea typeface="+mn-ea"/>
          <a:cs typeface="+mn-cs"/>
        </a:defRPr>
      </a:lvl8pPr>
      <a:lvl9pPr marL="971550" indent="-57150" algn="l" defTabSz="228600" rtl="0" eaLnBrk="1" latinLnBrk="0" hangingPunct="1">
        <a:lnSpc>
          <a:spcPct val="90000"/>
        </a:lnSpc>
        <a:spcBef>
          <a:spcPts val="125"/>
        </a:spcBef>
        <a:buFont typeface="Arial" panose="020B0604020202020204" pitchFamily="34" charset="0"/>
        <a:buChar char="•"/>
        <a:defRPr sz="4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28600" rtl="0" eaLnBrk="1" latinLnBrk="0" hangingPunct="1">
        <a:defRPr sz="450" kern="1200">
          <a:solidFill>
            <a:schemeClr val="tx1"/>
          </a:solidFill>
          <a:latin typeface="+mn-lt"/>
          <a:ea typeface="+mn-ea"/>
          <a:cs typeface="+mn-cs"/>
        </a:defRPr>
      </a:lvl1pPr>
      <a:lvl2pPr marL="114300" algn="l" defTabSz="228600" rtl="0" eaLnBrk="1" latinLnBrk="0" hangingPunct="1">
        <a:defRPr sz="450" kern="1200">
          <a:solidFill>
            <a:schemeClr val="tx1"/>
          </a:solidFill>
          <a:latin typeface="+mn-lt"/>
          <a:ea typeface="+mn-ea"/>
          <a:cs typeface="+mn-cs"/>
        </a:defRPr>
      </a:lvl2pPr>
      <a:lvl3pPr marL="228600" algn="l" defTabSz="228600" rtl="0" eaLnBrk="1" latinLnBrk="0" hangingPunct="1">
        <a:defRPr sz="450" kern="1200">
          <a:solidFill>
            <a:schemeClr val="tx1"/>
          </a:solidFill>
          <a:latin typeface="+mn-lt"/>
          <a:ea typeface="+mn-ea"/>
          <a:cs typeface="+mn-cs"/>
        </a:defRPr>
      </a:lvl3pPr>
      <a:lvl4pPr marL="342900" algn="l" defTabSz="228600" rtl="0" eaLnBrk="1" latinLnBrk="0" hangingPunct="1">
        <a:defRPr sz="450" kern="1200">
          <a:solidFill>
            <a:schemeClr val="tx1"/>
          </a:solidFill>
          <a:latin typeface="+mn-lt"/>
          <a:ea typeface="+mn-ea"/>
          <a:cs typeface="+mn-cs"/>
        </a:defRPr>
      </a:lvl4pPr>
      <a:lvl5pPr marL="457200" algn="l" defTabSz="228600" rtl="0" eaLnBrk="1" latinLnBrk="0" hangingPunct="1">
        <a:defRPr sz="450" kern="1200">
          <a:solidFill>
            <a:schemeClr val="tx1"/>
          </a:solidFill>
          <a:latin typeface="+mn-lt"/>
          <a:ea typeface="+mn-ea"/>
          <a:cs typeface="+mn-cs"/>
        </a:defRPr>
      </a:lvl5pPr>
      <a:lvl6pPr marL="571500" algn="l" defTabSz="228600" rtl="0" eaLnBrk="1" latinLnBrk="0" hangingPunct="1">
        <a:defRPr sz="450" kern="1200">
          <a:solidFill>
            <a:schemeClr val="tx1"/>
          </a:solidFill>
          <a:latin typeface="+mn-lt"/>
          <a:ea typeface="+mn-ea"/>
          <a:cs typeface="+mn-cs"/>
        </a:defRPr>
      </a:lvl6pPr>
      <a:lvl7pPr marL="685800" algn="l" defTabSz="228600" rtl="0" eaLnBrk="1" latinLnBrk="0" hangingPunct="1">
        <a:defRPr sz="450" kern="1200">
          <a:solidFill>
            <a:schemeClr val="tx1"/>
          </a:solidFill>
          <a:latin typeface="+mn-lt"/>
          <a:ea typeface="+mn-ea"/>
          <a:cs typeface="+mn-cs"/>
        </a:defRPr>
      </a:lvl7pPr>
      <a:lvl8pPr marL="800100" algn="l" defTabSz="228600" rtl="0" eaLnBrk="1" latinLnBrk="0" hangingPunct="1">
        <a:defRPr sz="450" kern="1200">
          <a:solidFill>
            <a:schemeClr val="tx1"/>
          </a:solidFill>
          <a:latin typeface="+mn-lt"/>
          <a:ea typeface="+mn-ea"/>
          <a:cs typeface="+mn-cs"/>
        </a:defRPr>
      </a:lvl8pPr>
      <a:lvl9pPr marL="914400" algn="l" defTabSz="228600" rtl="0" eaLnBrk="1" latinLnBrk="0" hangingPunct="1">
        <a:defRPr sz="4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AC0A05F-9167-EF6C-5542-91CB76F1A2A6}"/>
              </a:ext>
            </a:extLst>
          </p:cNvPr>
          <p:cNvSpPr/>
          <p:nvPr/>
        </p:nvSpPr>
        <p:spPr>
          <a:xfrm>
            <a:off x="0" y="0"/>
            <a:ext cx="2286000" cy="381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9BD11603-9B61-4B0D-A15D-1E72FDE9447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0" dirty="0" err="1"/>
              <a:t>linear_string</a:t>
            </a:r>
            <a:endParaRPr lang="en-US" b="0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03BA0748-7877-B4D6-23CA-5566341EA195}"/>
              </a:ext>
            </a:extLst>
          </p:cNvPr>
          <p:cNvSpPr/>
          <p:nvPr/>
        </p:nvSpPr>
        <p:spPr>
          <a:xfrm>
            <a:off x="103071" y="326937"/>
            <a:ext cx="2135352" cy="1897362"/>
          </a:xfrm>
          <a:prstGeom prst="roundRect">
            <a:avLst/>
          </a:prstGeom>
          <a:solidFill>
            <a:schemeClr val="bg1"/>
          </a:solidFill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91A67D70-370C-099E-B411-DB03A38777B9}"/>
              </a:ext>
            </a:extLst>
          </p:cNvPr>
          <p:cNvGrpSpPr/>
          <p:nvPr/>
        </p:nvGrpSpPr>
        <p:grpSpPr>
          <a:xfrm>
            <a:off x="103071" y="3083259"/>
            <a:ext cx="2135341" cy="421087"/>
            <a:chOff x="28576" y="2756325"/>
            <a:chExt cx="2228849" cy="421087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A4B34B7A-BD96-DBAB-1A8A-C3DCC5296E3F}"/>
                </a:ext>
              </a:extLst>
            </p:cNvPr>
            <p:cNvSpPr/>
            <p:nvPr/>
          </p:nvSpPr>
          <p:spPr>
            <a:xfrm>
              <a:off x="28576" y="2756325"/>
              <a:ext cx="2228849" cy="421087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571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1" name="Graphic 20" descr="Flashlight with solid fill">
              <a:extLst>
                <a:ext uri="{FF2B5EF4-FFF2-40B4-BE49-F238E27FC236}">
                  <a16:creationId xmlns:a16="http://schemas.microsoft.com/office/drawing/2014/main" id="{D2DDA933-3A6D-DE65-D666-89CB2123E57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463673" y="2833518"/>
              <a:ext cx="285750" cy="285750"/>
            </a:xfrm>
            <a:prstGeom prst="rect">
              <a:avLst/>
            </a:prstGeom>
          </p:spPr>
        </p:pic>
        <p:pic>
          <p:nvPicPr>
            <p:cNvPr id="23" name="Graphic 22" descr="Bluetooth with solid fill">
              <a:extLst>
                <a:ext uri="{FF2B5EF4-FFF2-40B4-BE49-F238E27FC236}">
                  <a16:creationId xmlns:a16="http://schemas.microsoft.com/office/drawing/2014/main" id="{D846C3FD-7950-6ED1-0C31-4EC6CA886A3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876424" y="2839868"/>
              <a:ext cx="254000" cy="254000"/>
            </a:xfrm>
            <a:prstGeom prst="rect">
              <a:avLst/>
            </a:prstGeom>
          </p:spPr>
        </p:pic>
      </p:grpSp>
      <p:pic>
        <p:nvPicPr>
          <p:cNvPr id="12" name="Graphic 11" descr="Single gear with solid fill">
            <a:extLst>
              <a:ext uri="{FF2B5EF4-FFF2-40B4-BE49-F238E27FC236}">
                <a16:creationId xmlns:a16="http://schemas.microsoft.com/office/drawing/2014/main" id="{34B5428B-F04A-DDF0-CD3C-9C565587552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187795" y="1557945"/>
            <a:ext cx="337324" cy="337324"/>
          </a:xfrm>
          <a:prstGeom prst="rect">
            <a:avLst/>
          </a:prstGeom>
        </p:spPr>
      </p:pic>
      <p:sp>
        <p:nvSpPr>
          <p:cNvPr id="11" name="Arrow: U-Turn 10">
            <a:extLst>
              <a:ext uri="{FF2B5EF4-FFF2-40B4-BE49-F238E27FC236}">
                <a16:creationId xmlns:a16="http://schemas.microsoft.com/office/drawing/2014/main" id="{1999CFE6-D26C-7089-F4F5-3DB73ED8CBAD}"/>
              </a:ext>
            </a:extLst>
          </p:cNvPr>
          <p:cNvSpPr/>
          <p:nvPr/>
        </p:nvSpPr>
        <p:spPr>
          <a:xfrm rot="16200000" flipV="1">
            <a:off x="988666" y="1944985"/>
            <a:ext cx="188773" cy="208922"/>
          </a:xfrm>
          <a:prstGeom prst="uturnArrow">
            <a:avLst>
              <a:gd name="adj1" fmla="val 21521"/>
              <a:gd name="adj2" fmla="val 22624"/>
              <a:gd name="adj3" fmla="val 30670"/>
              <a:gd name="adj4" fmla="val 43750"/>
              <a:gd name="adj5" fmla="val 99999"/>
            </a:avLst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CB030CED-5753-8534-BED1-D978C4C47347}"/>
              </a:ext>
            </a:extLst>
          </p:cNvPr>
          <p:cNvGrpSpPr/>
          <p:nvPr/>
        </p:nvGrpSpPr>
        <p:grpSpPr>
          <a:xfrm>
            <a:off x="1274947" y="675322"/>
            <a:ext cx="441132" cy="431994"/>
            <a:chOff x="1419007" y="1276231"/>
            <a:chExt cx="441132" cy="431994"/>
          </a:xfrm>
        </p:grpSpPr>
        <p:pic>
          <p:nvPicPr>
            <p:cNvPr id="29" name="Graphic 28" descr="Wi-Fi with solid fill">
              <a:extLst>
                <a:ext uri="{FF2B5EF4-FFF2-40B4-BE49-F238E27FC236}">
                  <a16:creationId xmlns:a16="http://schemas.microsoft.com/office/drawing/2014/main" id="{7198A6A4-81A3-955C-E2B5-2F4B380E030E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 rot="5400000">
              <a:off x="1428145" y="1276231"/>
              <a:ext cx="431994" cy="431994"/>
            </a:xfrm>
            <a:prstGeom prst="rect">
              <a:avLst/>
            </a:prstGeom>
          </p:spPr>
        </p:pic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92DBD06A-D870-031D-CA52-87B8F273BA28}"/>
                </a:ext>
              </a:extLst>
            </p:cNvPr>
            <p:cNvGrpSpPr/>
            <p:nvPr/>
          </p:nvGrpSpPr>
          <p:grpSpPr>
            <a:xfrm>
              <a:off x="1419007" y="1347216"/>
              <a:ext cx="409498" cy="279418"/>
              <a:chOff x="1419007" y="1347216"/>
              <a:chExt cx="409498" cy="279418"/>
            </a:xfrm>
          </p:grpSpPr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E98A6478-FAAB-A890-75AA-031C424F4C03}"/>
                  </a:ext>
                </a:extLst>
              </p:cNvPr>
              <p:cNvSpPr/>
              <p:nvPr/>
            </p:nvSpPr>
            <p:spPr>
              <a:xfrm rot="20432975">
                <a:off x="1537791" y="1347216"/>
                <a:ext cx="288131" cy="95782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DA33FA5A-0F3C-3117-C15C-FDB45DC39821}"/>
                  </a:ext>
                </a:extLst>
              </p:cNvPr>
              <p:cNvSpPr/>
              <p:nvPr/>
            </p:nvSpPr>
            <p:spPr>
              <a:xfrm rot="1167025" flipH="1">
                <a:off x="1540374" y="1541073"/>
                <a:ext cx="288131" cy="85561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30" name="Group 29">
                <a:extLst>
                  <a:ext uri="{FF2B5EF4-FFF2-40B4-BE49-F238E27FC236}">
                    <a16:creationId xmlns:a16="http://schemas.microsoft.com/office/drawing/2014/main" id="{0F409E55-3921-2D1D-2E25-F716713ABDFB}"/>
                  </a:ext>
                </a:extLst>
              </p:cNvPr>
              <p:cNvGrpSpPr/>
              <p:nvPr/>
            </p:nvGrpSpPr>
            <p:grpSpPr>
              <a:xfrm>
                <a:off x="1419007" y="1371250"/>
                <a:ext cx="132963" cy="224188"/>
                <a:chOff x="785400" y="1365850"/>
                <a:chExt cx="132963" cy="224188"/>
              </a:xfrm>
            </p:grpSpPr>
            <p:sp>
              <p:nvSpPr>
                <p:cNvPr id="19" name="Rectangle 18">
                  <a:extLst>
                    <a:ext uri="{FF2B5EF4-FFF2-40B4-BE49-F238E27FC236}">
                      <a16:creationId xmlns:a16="http://schemas.microsoft.com/office/drawing/2014/main" id="{C679FC53-2C45-CFF6-300A-9BE6734DB624}"/>
                    </a:ext>
                  </a:extLst>
                </p:cNvPr>
                <p:cNvSpPr/>
                <p:nvPr/>
              </p:nvSpPr>
              <p:spPr>
                <a:xfrm>
                  <a:off x="785400" y="1365850"/>
                  <a:ext cx="57044" cy="224188"/>
                </a:xfrm>
                <a:prstGeom prst="rect">
                  <a:avLst/>
                </a:prstGeom>
              </p:spPr>
              <p:style>
                <a:lnRef idx="2">
                  <a:schemeClr val="dk1">
                    <a:shade val="15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" name="Rectangle 12">
                  <a:extLst>
                    <a:ext uri="{FF2B5EF4-FFF2-40B4-BE49-F238E27FC236}">
                      <a16:creationId xmlns:a16="http://schemas.microsoft.com/office/drawing/2014/main" id="{08640A68-F1E1-44C2-A616-5373C7D514A6}"/>
                    </a:ext>
                  </a:extLst>
                </p:cNvPr>
                <p:cNvSpPr/>
                <p:nvPr/>
              </p:nvSpPr>
              <p:spPr>
                <a:xfrm>
                  <a:off x="794538" y="1407980"/>
                  <a:ext cx="123825" cy="146848"/>
                </a:xfrm>
                <a:prstGeom prst="rect">
                  <a:avLst/>
                </a:prstGeom>
              </p:spPr>
              <p:style>
                <a:lnRef idx="2">
                  <a:schemeClr val="dk1">
                    <a:shade val="15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5D9F51C8-3FBC-BEB4-4360-E6F1E7FBECAF}"/>
              </a:ext>
            </a:extLst>
          </p:cNvPr>
          <p:cNvGrpSpPr/>
          <p:nvPr/>
        </p:nvGrpSpPr>
        <p:grpSpPr>
          <a:xfrm>
            <a:off x="1353668" y="1121605"/>
            <a:ext cx="382370" cy="297661"/>
            <a:chOff x="1224178" y="926306"/>
            <a:chExt cx="382370" cy="297661"/>
          </a:xfrm>
        </p:grpSpPr>
        <p:pic>
          <p:nvPicPr>
            <p:cNvPr id="10" name="Graphic 9" descr="Aperture with solid fill">
              <a:extLst>
                <a:ext uri="{FF2B5EF4-FFF2-40B4-BE49-F238E27FC236}">
                  <a16:creationId xmlns:a16="http://schemas.microsoft.com/office/drawing/2014/main" id="{61168C20-673A-5C5F-16CA-1F04ABB57A49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1224178" y="926306"/>
              <a:ext cx="297661" cy="297661"/>
            </a:xfrm>
            <a:prstGeom prst="rect">
              <a:avLst/>
            </a:prstGeom>
          </p:spPr>
        </p:pic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77C379CA-BB0A-E407-7AE7-400C90DB8561}"/>
                </a:ext>
              </a:extLst>
            </p:cNvPr>
            <p:cNvCxnSpPr>
              <a:cxnSpLocks/>
            </p:cNvCxnSpPr>
            <p:nvPr/>
          </p:nvCxnSpPr>
          <p:spPr>
            <a:xfrm>
              <a:off x="1250225" y="1187404"/>
              <a:ext cx="356323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Arrow: Down 40">
              <a:extLst>
                <a:ext uri="{FF2B5EF4-FFF2-40B4-BE49-F238E27FC236}">
                  <a16:creationId xmlns:a16="http://schemas.microsoft.com/office/drawing/2014/main" id="{09BB9614-3B88-38F1-3033-22A855C28AF7}"/>
                </a:ext>
              </a:extLst>
            </p:cNvPr>
            <p:cNvSpPr/>
            <p:nvPr/>
          </p:nvSpPr>
          <p:spPr>
            <a:xfrm rot="16200000">
              <a:off x="1537382" y="1065448"/>
              <a:ext cx="45719" cy="92613"/>
            </a:xfrm>
            <a:prstGeom prst="downArrow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60226A04-10DD-EE79-E1DE-543D04C7CCEE}"/>
              </a:ext>
            </a:extLst>
          </p:cNvPr>
          <p:cNvGrpSpPr/>
          <p:nvPr/>
        </p:nvGrpSpPr>
        <p:grpSpPr>
          <a:xfrm>
            <a:off x="855348" y="465690"/>
            <a:ext cx="309801" cy="221456"/>
            <a:chOff x="868947" y="622243"/>
            <a:chExt cx="309801" cy="221456"/>
          </a:xfrm>
        </p:grpSpPr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BD16AAFB-F183-AC24-C83C-AC01C428D639}"/>
                </a:ext>
              </a:extLst>
            </p:cNvPr>
            <p:cNvSpPr/>
            <p:nvPr/>
          </p:nvSpPr>
          <p:spPr>
            <a:xfrm>
              <a:off x="957292" y="622243"/>
              <a:ext cx="221456" cy="221456"/>
            </a:xfrm>
            <a:prstGeom prst="ellipse">
              <a:avLst/>
            </a:prstGeom>
            <a:noFill/>
            <a:ln w="28575"/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1A2D598C-6A07-510A-24DA-6690D311BAD8}"/>
                </a:ext>
              </a:extLst>
            </p:cNvPr>
            <p:cNvSpPr/>
            <p:nvPr/>
          </p:nvSpPr>
          <p:spPr>
            <a:xfrm>
              <a:off x="1009164" y="670440"/>
              <a:ext cx="120299" cy="120299"/>
            </a:xfrm>
            <a:prstGeom prst="ellipse">
              <a:avLst/>
            </a:prstGeom>
            <a:noFill/>
            <a:ln w="28575"/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9EB4031B-4952-F967-4EFF-CC9ACEA1AD92}"/>
                </a:ext>
              </a:extLst>
            </p:cNvPr>
            <p:cNvCxnSpPr/>
            <p:nvPr/>
          </p:nvCxnSpPr>
          <p:spPr>
            <a:xfrm flipH="1">
              <a:off x="875140" y="815205"/>
              <a:ext cx="130969" cy="0"/>
            </a:xfrm>
            <a:prstGeom prst="line">
              <a:avLst/>
            </a:prstGeom>
            <a:ln w="28575"/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E83FB950-A3A8-6697-8C2F-D93512742AAF}"/>
                </a:ext>
              </a:extLst>
            </p:cNvPr>
            <p:cNvSpPr/>
            <p:nvPr/>
          </p:nvSpPr>
          <p:spPr>
            <a:xfrm>
              <a:off x="868947" y="790739"/>
              <a:ext cx="45719" cy="45719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AE6B77AC-31E9-9937-4E56-FE18FE2F2E56}"/>
              </a:ext>
            </a:extLst>
          </p:cNvPr>
          <p:cNvGrpSpPr/>
          <p:nvPr/>
        </p:nvGrpSpPr>
        <p:grpSpPr>
          <a:xfrm>
            <a:off x="100087" y="1445569"/>
            <a:ext cx="740342" cy="778729"/>
            <a:chOff x="28575" y="1540203"/>
            <a:chExt cx="740342" cy="778729"/>
          </a:xfrm>
        </p:grpSpPr>
        <p:sp>
          <p:nvSpPr>
            <p:cNvPr id="59" name="Rectangle: Rounded Corners 58">
              <a:extLst>
                <a:ext uri="{FF2B5EF4-FFF2-40B4-BE49-F238E27FC236}">
                  <a16:creationId xmlns:a16="http://schemas.microsoft.com/office/drawing/2014/main" id="{545EB0FE-C556-690B-DF5D-9B7808C682EF}"/>
                </a:ext>
              </a:extLst>
            </p:cNvPr>
            <p:cNvSpPr/>
            <p:nvPr/>
          </p:nvSpPr>
          <p:spPr>
            <a:xfrm>
              <a:off x="28575" y="1630599"/>
              <a:ext cx="684482" cy="688333"/>
            </a:xfrm>
            <a:prstGeom prst="roundRect">
              <a:avLst/>
            </a:prstGeom>
            <a:solidFill>
              <a:schemeClr val="bg1"/>
            </a:solidFill>
            <a:ln w="571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A7E07F11-17CF-2BA2-CC69-83F9E315DB85}"/>
                </a:ext>
              </a:extLst>
            </p:cNvPr>
            <p:cNvSpPr/>
            <p:nvPr/>
          </p:nvSpPr>
          <p:spPr>
            <a:xfrm rot="16200000">
              <a:off x="271680" y="1781098"/>
              <a:ext cx="681153" cy="281038"/>
            </a:xfrm>
            <a:prstGeom prst="rect">
              <a:avLst/>
            </a:prstGeom>
            <a:solidFill>
              <a:schemeClr val="bg1"/>
            </a:solidFill>
            <a:ln w="5715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B4008C5A-6738-1C3E-3800-90F253E5C621}"/>
                </a:ext>
              </a:extLst>
            </p:cNvPr>
            <p:cNvSpPr/>
            <p:nvPr/>
          </p:nvSpPr>
          <p:spPr>
            <a:xfrm rot="10800000">
              <a:off x="87764" y="1540203"/>
              <a:ext cx="681153" cy="281038"/>
            </a:xfrm>
            <a:prstGeom prst="rect">
              <a:avLst/>
            </a:prstGeom>
            <a:solidFill>
              <a:schemeClr val="bg1"/>
            </a:solidFill>
            <a:ln w="5715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83EBDD68-37D9-2414-6815-C59D66098BD8}"/>
              </a:ext>
            </a:extLst>
          </p:cNvPr>
          <p:cNvGrpSpPr/>
          <p:nvPr/>
        </p:nvGrpSpPr>
        <p:grpSpPr>
          <a:xfrm>
            <a:off x="1480873" y="1476010"/>
            <a:ext cx="758848" cy="749741"/>
            <a:chOff x="1496197" y="1575752"/>
            <a:chExt cx="758848" cy="749741"/>
          </a:xfrm>
        </p:grpSpPr>
        <p:sp>
          <p:nvSpPr>
            <p:cNvPr id="61" name="Rectangle: Rounded Corners 60">
              <a:extLst>
                <a:ext uri="{FF2B5EF4-FFF2-40B4-BE49-F238E27FC236}">
                  <a16:creationId xmlns:a16="http://schemas.microsoft.com/office/drawing/2014/main" id="{0B27E817-76B6-355B-AFEE-5B7D311BE7E4}"/>
                </a:ext>
              </a:extLst>
            </p:cNvPr>
            <p:cNvSpPr/>
            <p:nvPr/>
          </p:nvSpPr>
          <p:spPr>
            <a:xfrm>
              <a:off x="1570563" y="1637160"/>
              <a:ext cx="684482" cy="688333"/>
            </a:xfrm>
            <a:prstGeom prst="roundRect">
              <a:avLst/>
            </a:prstGeom>
            <a:solidFill>
              <a:schemeClr val="bg1"/>
            </a:solidFill>
            <a:ln w="571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6FAE12D1-CA8D-08F0-4DAE-A1008B0BE6B6}"/>
                </a:ext>
              </a:extLst>
            </p:cNvPr>
            <p:cNvSpPr/>
            <p:nvPr/>
          </p:nvSpPr>
          <p:spPr>
            <a:xfrm>
              <a:off x="1504651" y="1587135"/>
              <a:ext cx="691549" cy="179752"/>
            </a:xfrm>
            <a:prstGeom prst="rect">
              <a:avLst/>
            </a:prstGeom>
            <a:solidFill>
              <a:schemeClr val="bg1"/>
            </a:solidFill>
            <a:ln w="5715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241E765E-A1C3-30F8-3229-C95D7032EF52}"/>
                </a:ext>
              </a:extLst>
            </p:cNvPr>
            <p:cNvSpPr/>
            <p:nvPr/>
          </p:nvSpPr>
          <p:spPr>
            <a:xfrm rot="16200000">
              <a:off x="1240298" y="1831651"/>
              <a:ext cx="691549" cy="179752"/>
            </a:xfrm>
            <a:prstGeom prst="rect">
              <a:avLst/>
            </a:prstGeom>
            <a:solidFill>
              <a:schemeClr val="bg1"/>
            </a:solidFill>
            <a:ln w="5715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7" name="Arrow: Pentagon 66">
            <a:extLst>
              <a:ext uri="{FF2B5EF4-FFF2-40B4-BE49-F238E27FC236}">
                <a16:creationId xmlns:a16="http://schemas.microsoft.com/office/drawing/2014/main" id="{7B6A5514-547A-7630-76BD-8157BE13FAFE}"/>
              </a:ext>
            </a:extLst>
          </p:cNvPr>
          <p:cNvSpPr/>
          <p:nvPr/>
        </p:nvSpPr>
        <p:spPr>
          <a:xfrm rot="10800000">
            <a:off x="1898688" y="1238867"/>
            <a:ext cx="339724" cy="91046"/>
          </a:xfrm>
          <a:prstGeom prst="homePlate">
            <a:avLst/>
          </a:prstGeom>
          <a:noFill/>
          <a:ln w="28575"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93288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AC0A05F-9167-EF6C-5542-91CB76F1A2A6}"/>
              </a:ext>
            </a:extLst>
          </p:cNvPr>
          <p:cNvSpPr/>
          <p:nvPr/>
        </p:nvSpPr>
        <p:spPr>
          <a:xfrm>
            <a:off x="0" y="0"/>
            <a:ext cx="2286000" cy="3810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9BD11603-9B61-4B0D-A15D-1E72FDE9447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0" dirty="0" err="1"/>
              <a:t>linear_string</a:t>
            </a:r>
            <a:endParaRPr lang="en-US" b="0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03BA0748-7877-B4D6-23CA-5566341EA195}"/>
              </a:ext>
            </a:extLst>
          </p:cNvPr>
          <p:cNvSpPr/>
          <p:nvPr/>
        </p:nvSpPr>
        <p:spPr>
          <a:xfrm>
            <a:off x="103071" y="326937"/>
            <a:ext cx="2135352" cy="1897362"/>
          </a:xfrm>
          <a:prstGeom prst="roundRect">
            <a:avLst/>
          </a:prstGeom>
          <a:solidFill>
            <a:schemeClr val="bg1"/>
          </a:solidFill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highlight>
                <a:srgbClr val="FFFF00"/>
              </a:highlight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91A67D70-370C-099E-B411-DB03A38777B9}"/>
              </a:ext>
            </a:extLst>
          </p:cNvPr>
          <p:cNvGrpSpPr/>
          <p:nvPr/>
        </p:nvGrpSpPr>
        <p:grpSpPr>
          <a:xfrm>
            <a:off x="103071" y="3083259"/>
            <a:ext cx="2135341" cy="421087"/>
            <a:chOff x="28576" y="2756325"/>
            <a:chExt cx="2228849" cy="421087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A4B34B7A-BD96-DBAB-1A8A-C3DCC5296E3F}"/>
                </a:ext>
              </a:extLst>
            </p:cNvPr>
            <p:cNvSpPr/>
            <p:nvPr/>
          </p:nvSpPr>
          <p:spPr>
            <a:xfrm>
              <a:off x="28576" y="2756325"/>
              <a:ext cx="2228849" cy="421087"/>
            </a:xfrm>
            <a:prstGeom prst="roundRect">
              <a:avLst>
                <a:gd name="adj" fmla="val 50000"/>
              </a:avLst>
            </a:prstGeom>
            <a:solidFill>
              <a:schemeClr val="bg1"/>
            </a:solidFill>
            <a:ln w="571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1" name="Graphic 20" descr="Flashlight with solid fill">
              <a:extLst>
                <a:ext uri="{FF2B5EF4-FFF2-40B4-BE49-F238E27FC236}">
                  <a16:creationId xmlns:a16="http://schemas.microsoft.com/office/drawing/2014/main" id="{D2DDA933-3A6D-DE65-D666-89CB2123E571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463673" y="2833518"/>
              <a:ext cx="285750" cy="285750"/>
            </a:xfrm>
            <a:prstGeom prst="rect">
              <a:avLst/>
            </a:prstGeom>
          </p:spPr>
        </p:pic>
        <p:pic>
          <p:nvPicPr>
            <p:cNvPr id="23" name="Graphic 22" descr="Bluetooth with solid fill">
              <a:extLst>
                <a:ext uri="{FF2B5EF4-FFF2-40B4-BE49-F238E27FC236}">
                  <a16:creationId xmlns:a16="http://schemas.microsoft.com/office/drawing/2014/main" id="{D846C3FD-7950-6ED1-0C31-4EC6CA886A3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1876424" y="2839868"/>
              <a:ext cx="254000" cy="254000"/>
            </a:xfrm>
            <a:prstGeom prst="rect">
              <a:avLst/>
            </a:prstGeom>
          </p:spPr>
        </p:pic>
      </p:grpSp>
      <p:pic>
        <p:nvPicPr>
          <p:cNvPr id="12" name="Graphic 11" descr="Single gear with solid fill">
            <a:extLst>
              <a:ext uri="{FF2B5EF4-FFF2-40B4-BE49-F238E27FC236}">
                <a16:creationId xmlns:a16="http://schemas.microsoft.com/office/drawing/2014/main" id="{34B5428B-F04A-DDF0-CD3C-9C565587552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187514" y="1526853"/>
            <a:ext cx="337324" cy="337324"/>
          </a:xfrm>
          <a:prstGeom prst="rect">
            <a:avLst/>
          </a:prstGeom>
        </p:spPr>
      </p:pic>
      <p:sp>
        <p:nvSpPr>
          <p:cNvPr id="11" name="Arrow: U-Turn 10">
            <a:extLst>
              <a:ext uri="{FF2B5EF4-FFF2-40B4-BE49-F238E27FC236}">
                <a16:creationId xmlns:a16="http://schemas.microsoft.com/office/drawing/2014/main" id="{1999CFE6-D26C-7089-F4F5-3DB73ED8CBAD}"/>
              </a:ext>
            </a:extLst>
          </p:cNvPr>
          <p:cNvSpPr/>
          <p:nvPr/>
        </p:nvSpPr>
        <p:spPr>
          <a:xfrm rot="16200000" flipV="1">
            <a:off x="988666" y="1944985"/>
            <a:ext cx="188773" cy="208922"/>
          </a:xfrm>
          <a:prstGeom prst="uturnArrow">
            <a:avLst>
              <a:gd name="adj1" fmla="val 21521"/>
              <a:gd name="adj2" fmla="val 22624"/>
              <a:gd name="adj3" fmla="val 30670"/>
              <a:gd name="adj4" fmla="val 43750"/>
              <a:gd name="adj5" fmla="val 99999"/>
            </a:avLst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CB030CED-5753-8534-BED1-D978C4C47347}"/>
              </a:ext>
            </a:extLst>
          </p:cNvPr>
          <p:cNvGrpSpPr/>
          <p:nvPr/>
        </p:nvGrpSpPr>
        <p:grpSpPr>
          <a:xfrm>
            <a:off x="1274947" y="675322"/>
            <a:ext cx="441132" cy="431994"/>
            <a:chOff x="1419007" y="1276231"/>
            <a:chExt cx="441132" cy="431994"/>
          </a:xfrm>
        </p:grpSpPr>
        <p:pic>
          <p:nvPicPr>
            <p:cNvPr id="29" name="Graphic 28" descr="Wi-Fi with solid fill">
              <a:extLst>
                <a:ext uri="{FF2B5EF4-FFF2-40B4-BE49-F238E27FC236}">
                  <a16:creationId xmlns:a16="http://schemas.microsoft.com/office/drawing/2014/main" id="{7198A6A4-81A3-955C-E2B5-2F4B380E030E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 rot="5400000">
              <a:off x="1428145" y="1276231"/>
              <a:ext cx="431994" cy="431994"/>
            </a:xfrm>
            <a:prstGeom prst="rect">
              <a:avLst/>
            </a:prstGeom>
          </p:spPr>
        </p:pic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92DBD06A-D870-031D-CA52-87B8F273BA28}"/>
                </a:ext>
              </a:extLst>
            </p:cNvPr>
            <p:cNvGrpSpPr/>
            <p:nvPr/>
          </p:nvGrpSpPr>
          <p:grpSpPr>
            <a:xfrm>
              <a:off x="1419007" y="1347216"/>
              <a:ext cx="409498" cy="279418"/>
              <a:chOff x="1419007" y="1347216"/>
              <a:chExt cx="409498" cy="279418"/>
            </a:xfrm>
          </p:grpSpPr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E98A6478-FAAB-A890-75AA-031C424F4C03}"/>
                  </a:ext>
                </a:extLst>
              </p:cNvPr>
              <p:cNvSpPr/>
              <p:nvPr/>
            </p:nvSpPr>
            <p:spPr>
              <a:xfrm rot="20432975">
                <a:off x="1537791" y="1347216"/>
                <a:ext cx="288131" cy="95782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" name="Rectangle 31">
                <a:extLst>
                  <a:ext uri="{FF2B5EF4-FFF2-40B4-BE49-F238E27FC236}">
                    <a16:creationId xmlns:a16="http://schemas.microsoft.com/office/drawing/2014/main" id="{DA33FA5A-0F3C-3117-C15C-FDB45DC39821}"/>
                  </a:ext>
                </a:extLst>
              </p:cNvPr>
              <p:cNvSpPr/>
              <p:nvPr/>
            </p:nvSpPr>
            <p:spPr>
              <a:xfrm rot="1167025" flipH="1">
                <a:off x="1540374" y="1541073"/>
                <a:ext cx="288131" cy="85561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30" name="Group 29">
                <a:extLst>
                  <a:ext uri="{FF2B5EF4-FFF2-40B4-BE49-F238E27FC236}">
                    <a16:creationId xmlns:a16="http://schemas.microsoft.com/office/drawing/2014/main" id="{0F409E55-3921-2D1D-2E25-F716713ABDFB}"/>
                  </a:ext>
                </a:extLst>
              </p:cNvPr>
              <p:cNvGrpSpPr/>
              <p:nvPr/>
            </p:nvGrpSpPr>
            <p:grpSpPr>
              <a:xfrm>
                <a:off x="1419007" y="1371250"/>
                <a:ext cx="132963" cy="224188"/>
                <a:chOff x="785400" y="1365850"/>
                <a:chExt cx="132963" cy="224188"/>
              </a:xfrm>
            </p:grpSpPr>
            <p:sp>
              <p:nvSpPr>
                <p:cNvPr id="19" name="Rectangle 18">
                  <a:extLst>
                    <a:ext uri="{FF2B5EF4-FFF2-40B4-BE49-F238E27FC236}">
                      <a16:creationId xmlns:a16="http://schemas.microsoft.com/office/drawing/2014/main" id="{C679FC53-2C45-CFF6-300A-9BE6734DB624}"/>
                    </a:ext>
                  </a:extLst>
                </p:cNvPr>
                <p:cNvSpPr/>
                <p:nvPr/>
              </p:nvSpPr>
              <p:spPr>
                <a:xfrm>
                  <a:off x="785400" y="1365850"/>
                  <a:ext cx="57044" cy="224188"/>
                </a:xfrm>
                <a:prstGeom prst="rect">
                  <a:avLst/>
                </a:prstGeom>
              </p:spPr>
              <p:style>
                <a:lnRef idx="2">
                  <a:schemeClr val="dk1">
                    <a:shade val="15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3" name="Rectangle 12">
                  <a:extLst>
                    <a:ext uri="{FF2B5EF4-FFF2-40B4-BE49-F238E27FC236}">
                      <a16:creationId xmlns:a16="http://schemas.microsoft.com/office/drawing/2014/main" id="{08640A68-F1E1-44C2-A616-5373C7D514A6}"/>
                    </a:ext>
                  </a:extLst>
                </p:cNvPr>
                <p:cNvSpPr/>
                <p:nvPr/>
              </p:nvSpPr>
              <p:spPr>
                <a:xfrm>
                  <a:off x="794538" y="1407980"/>
                  <a:ext cx="123825" cy="146848"/>
                </a:xfrm>
                <a:prstGeom prst="rect">
                  <a:avLst/>
                </a:prstGeom>
              </p:spPr>
              <p:style>
                <a:lnRef idx="2">
                  <a:schemeClr val="dk1">
                    <a:shade val="15000"/>
                  </a:schemeClr>
                </a:lnRef>
                <a:fillRef idx="1">
                  <a:schemeClr val="dk1"/>
                </a:fillRef>
                <a:effectRef idx="0">
                  <a:schemeClr val="dk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5D9F51C8-3FBC-BEB4-4360-E6F1E7FBECAF}"/>
              </a:ext>
            </a:extLst>
          </p:cNvPr>
          <p:cNvGrpSpPr/>
          <p:nvPr/>
        </p:nvGrpSpPr>
        <p:grpSpPr>
          <a:xfrm>
            <a:off x="1353668" y="1121605"/>
            <a:ext cx="382370" cy="297661"/>
            <a:chOff x="1224178" y="926306"/>
            <a:chExt cx="382370" cy="297661"/>
          </a:xfrm>
        </p:grpSpPr>
        <p:pic>
          <p:nvPicPr>
            <p:cNvPr id="10" name="Graphic 9" descr="Aperture with solid fill">
              <a:extLst>
                <a:ext uri="{FF2B5EF4-FFF2-40B4-BE49-F238E27FC236}">
                  <a16:creationId xmlns:a16="http://schemas.microsoft.com/office/drawing/2014/main" id="{61168C20-673A-5C5F-16CA-1F04ABB57A49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1224178" y="926306"/>
              <a:ext cx="297661" cy="297661"/>
            </a:xfrm>
            <a:prstGeom prst="rect">
              <a:avLst/>
            </a:prstGeom>
          </p:spPr>
        </p:pic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77C379CA-BB0A-E407-7AE7-400C90DB8561}"/>
                </a:ext>
              </a:extLst>
            </p:cNvPr>
            <p:cNvCxnSpPr>
              <a:cxnSpLocks/>
            </p:cNvCxnSpPr>
            <p:nvPr/>
          </p:nvCxnSpPr>
          <p:spPr>
            <a:xfrm>
              <a:off x="1250225" y="1187404"/>
              <a:ext cx="356323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Arrow: Down 40">
              <a:extLst>
                <a:ext uri="{FF2B5EF4-FFF2-40B4-BE49-F238E27FC236}">
                  <a16:creationId xmlns:a16="http://schemas.microsoft.com/office/drawing/2014/main" id="{09BB9614-3B88-38F1-3033-22A855C28AF7}"/>
                </a:ext>
              </a:extLst>
            </p:cNvPr>
            <p:cNvSpPr/>
            <p:nvPr/>
          </p:nvSpPr>
          <p:spPr>
            <a:xfrm rot="16200000">
              <a:off x="1537382" y="1065448"/>
              <a:ext cx="45719" cy="92613"/>
            </a:xfrm>
            <a:prstGeom prst="downArrow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60226A04-10DD-EE79-E1DE-543D04C7CCEE}"/>
              </a:ext>
            </a:extLst>
          </p:cNvPr>
          <p:cNvGrpSpPr/>
          <p:nvPr/>
        </p:nvGrpSpPr>
        <p:grpSpPr>
          <a:xfrm>
            <a:off x="855348" y="465690"/>
            <a:ext cx="309801" cy="221456"/>
            <a:chOff x="868947" y="622243"/>
            <a:chExt cx="309801" cy="221456"/>
          </a:xfrm>
        </p:grpSpPr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BD16AAFB-F183-AC24-C83C-AC01C428D639}"/>
                </a:ext>
              </a:extLst>
            </p:cNvPr>
            <p:cNvSpPr/>
            <p:nvPr/>
          </p:nvSpPr>
          <p:spPr>
            <a:xfrm>
              <a:off x="957292" y="622243"/>
              <a:ext cx="221456" cy="221456"/>
            </a:xfrm>
            <a:prstGeom prst="ellipse">
              <a:avLst/>
            </a:prstGeom>
            <a:noFill/>
            <a:ln w="28575"/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1A2D598C-6A07-510A-24DA-6690D311BAD8}"/>
                </a:ext>
              </a:extLst>
            </p:cNvPr>
            <p:cNvSpPr/>
            <p:nvPr/>
          </p:nvSpPr>
          <p:spPr>
            <a:xfrm>
              <a:off x="1009164" y="670440"/>
              <a:ext cx="120299" cy="120299"/>
            </a:xfrm>
            <a:prstGeom prst="ellipse">
              <a:avLst/>
            </a:prstGeom>
            <a:noFill/>
            <a:ln w="28575"/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51" name="Straight Connector 50">
              <a:extLst>
                <a:ext uri="{FF2B5EF4-FFF2-40B4-BE49-F238E27FC236}">
                  <a16:creationId xmlns:a16="http://schemas.microsoft.com/office/drawing/2014/main" id="{9EB4031B-4952-F967-4EFF-CC9ACEA1AD92}"/>
                </a:ext>
              </a:extLst>
            </p:cNvPr>
            <p:cNvCxnSpPr/>
            <p:nvPr/>
          </p:nvCxnSpPr>
          <p:spPr>
            <a:xfrm flipH="1">
              <a:off x="875140" y="815205"/>
              <a:ext cx="130969" cy="0"/>
            </a:xfrm>
            <a:prstGeom prst="line">
              <a:avLst/>
            </a:prstGeom>
            <a:ln w="28575"/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</p:cxnSp>
        <p:sp>
          <p:nvSpPr>
            <p:cNvPr id="53" name="Oval 52">
              <a:extLst>
                <a:ext uri="{FF2B5EF4-FFF2-40B4-BE49-F238E27FC236}">
                  <a16:creationId xmlns:a16="http://schemas.microsoft.com/office/drawing/2014/main" id="{E83FB950-A3A8-6697-8C2F-D93512742AAF}"/>
                </a:ext>
              </a:extLst>
            </p:cNvPr>
            <p:cNvSpPr/>
            <p:nvPr/>
          </p:nvSpPr>
          <p:spPr>
            <a:xfrm>
              <a:off x="868947" y="790739"/>
              <a:ext cx="45719" cy="45719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AE6B77AC-31E9-9937-4E56-FE18FE2F2E56}"/>
              </a:ext>
            </a:extLst>
          </p:cNvPr>
          <p:cNvGrpSpPr/>
          <p:nvPr/>
        </p:nvGrpSpPr>
        <p:grpSpPr>
          <a:xfrm>
            <a:off x="100087" y="1445569"/>
            <a:ext cx="740342" cy="778729"/>
            <a:chOff x="28575" y="1540203"/>
            <a:chExt cx="740342" cy="778729"/>
          </a:xfrm>
        </p:grpSpPr>
        <p:sp>
          <p:nvSpPr>
            <p:cNvPr id="59" name="Rectangle: Rounded Corners 58">
              <a:extLst>
                <a:ext uri="{FF2B5EF4-FFF2-40B4-BE49-F238E27FC236}">
                  <a16:creationId xmlns:a16="http://schemas.microsoft.com/office/drawing/2014/main" id="{545EB0FE-C556-690B-DF5D-9B7808C682EF}"/>
                </a:ext>
              </a:extLst>
            </p:cNvPr>
            <p:cNvSpPr/>
            <p:nvPr/>
          </p:nvSpPr>
          <p:spPr>
            <a:xfrm>
              <a:off x="28575" y="1630599"/>
              <a:ext cx="684482" cy="688333"/>
            </a:xfrm>
            <a:prstGeom prst="roundRect">
              <a:avLst/>
            </a:prstGeom>
            <a:solidFill>
              <a:schemeClr val="bg1"/>
            </a:solidFill>
            <a:ln w="571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A7E07F11-17CF-2BA2-CC69-83F9E315DB85}"/>
                </a:ext>
              </a:extLst>
            </p:cNvPr>
            <p:cNvSpPr/>
            <p:nvPr/>
          </p:nvSpPr>
          <p:spPr>
            <a:xfrm rot="16200000">
              <a:off x="271680" y="1781098"/>
              <a:ext cx="681153" cy="281038"/>
            </a:xfrm>
            <a:prstGeom prst="rect">
              <a:avLst/>
            </a:prstGeom>
            <a:solidFill>
              <a:schemeClr val="bg1"/>
            </a:solidFill>
            <a:ln w="5715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B4008C5A-6738-1C3E-3800-90F253E5C621}"/>
                </a:ext>
              </a:extLst>
            </p:cNvPr>
            <p:cNvSpPr/>
            <p:nvPr/>
          </p:nvSpPr>
          <p:spPr>
            <a:xfrm rot="10800000">
              <a:off x="87764" y="1540203"/>
              <a:ext cx="681153" cy="281038"/>
            </a:xfrm>
            <a:prstGeom prst="rect">
              <a:avLst/>
            </a:prstGeom>
            <a:solidFill>
              <a:schemeClr val="bg1"/>
            </a:solidFill>
            <a:ln w="5715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83EBDD68-37D9-2414-6815-C59D66098BD8}"/>
              </a:ext>
            </a:extLst>
          </p:cNvPr>
          <p:cNvGrpSpPr/>
          <p:nvPr/>
        </p:nvGrpSpPr>
        <p:grpSpPr>
          <a:xfrm>
            <a:off x="1480873" y="1476010"/>
            <a:ext cx="758848" cy="749741"/>
            <a:chOff x="1496197" y="1575752"/>
            <a:chExt cx="758848" cy="749741"/>
          </a:xfrm>
        </p:grpSpPr>
        <p:sp>
          <p:nvSpPr>
            <p:cNvPr id="61" name="Rectangle: Rounded Corners 60">
              <a:extLst>
                <a:ext uri="{FF2B5EF4-FFF2-40B4-BE49-F238E27FC236}">
                  <a16:creationId xmlns:a16="http://schemas.microsoft.com/office/drawing/2014/main" id="{0B27E817-76B6-355B-AFEE-5B7D311BE7E4}"/>
                </a:ext>
              </a:extLst>
            </p:cNvPr>
            <p:cNvSpPr/>
            <p:nvPr/>
          </p:nvSpPr>
          <p:spPr>
            <a:xfrm>
              <a:off x="1570563" y="1637160"/>
              <a:ext cx="684482" cy="688333"/>
            </a:xfrm>
            <a:prstGeom prst="roundRect">
              <a:avLst/>
            </a:prstGeom>
            <a:solidFill>
              <a:schemeClr val="bg1"/>
            </a:solidFill>
            <a:ln w="571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6FAE12D1-CA8D-08F0-4DAE-A1008B0BE6B6}"/>
                </a:ext>
              </a:extLst>
            </p:cNvPr>
            <p:cNvSpPr/>
            <p:nvPr/>
          </p:nvSpPr>
          <p:spPr>
            <a:xfrm>
              <a:off x="1504651" y="1587135"/>
              <a:ext cx="691549" cy="179752"/>
            </a:xfrm>
            <a:prstGeom prst="rect">
              <a:avLst/>
            </a:prstGeom>
            <a:solidFill>
              <a:schemeClr val="bg1"/>
            </a:solidFill>
            <a:ln w="5715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241E765E-A1C3-30F8-3229-C95D7032EF52}"/>
                </a:ext>
              </a:extLst>
            </p:cNvPr>
            <p:cNvSpPr/>
            <p:nvPr/>
          </p:nvSpPr>
          <p:spPr>
            <a:xfrm rot="16200000">
              <a:off x="1240298" y="1831651"/>
              <a:ext cx="691549" cy="179752"/>
            </a:xfrm>
            <a:prstGeom prst="rect">
              <a:avLst/>
            </a:prstGeom>
            <a:solidFill>
              <a:schemeClr val="bg1"/>
            </a:solidFill>
            <a:ln w="5715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7" name="Arrow: Pentagon 66">
            <a:extLst>
              <a:ext uri="{FF2B5EF4-FFF2-40B4-BE49-F238E27FC236}">
                <a16:creationId xmlns:a16="http://schemas.microsoft.com/office/drawing/2014/main" id="{7B6A5514-547A-7630-76BD-8157BE13FAFE}"/>
              </a:ext>
            </a:extLst>
          </p:cNvPr>
          <p:cNvSpPr/>
          <p:nvPr/>
        </p:nvSpPr>
        <p:spPr>
          <a:xfrm rot="10800000">
            <a:off x="1898688" y="1238867"/>
            <a:ext cx="339724" cy="91046"/>
          </a:xfrm>
          <a:prstGeom prst="homePlate">
            <a:avLst/>
          </a:prstGeom>
          <a:noFill/>
          <a:ln w="28575"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4CB2C73D-2F22-96CA-73AA-15E61B5DFC5A}"/>
              </a:ext>
            </a:extLst>
          </p:cNvPr>
          <p:cNvSpPr>
            <a:spLocks/>
          </p:cNvSpPr>
          <p:nvPr/>
        </p:nvSpPr>
        <p:spPr>
          <a:xfrm>
            <a:off x="824182" y="413928"/>
            <a:ext cx="412326" cy="281038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E001F013-D244-E1FC-B24A-EE747CCF5FDD}"/>
              </a:ext>
            </a:extLst>
          </p:cNvPr>
          <p:cNvSpPr/>
          <p:nvPr/>
        </p:nvSpPr>
        <p:spPr>
          <a:xfrm>
            <a:off x="1231099" y="732052"/>
            <a:ext cx="412326" cy="281038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AA6AF389-8C70-A275-9C44-77310FAC2B93}"/>
              </a:ext>
            </a:extLst>
          </p:cNvPr>
          <p:cNvSpPr/>
          <p:nvPr/>
        </p:nvSpPr>
        <p:spPr>
          <a:xfrm>
            <a:off x="1362683" y="1127888"/>
            <a:ext cx="412326" cy="281038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B932402A-00EA-ACAF-32B0-56AE91D2A3B7}"/>
              </a:ext>
            </a:extLst>
          </p:cNvPr>
          <p:cNvSpPr/>
          <p:nvPr/>
        </p:nvSpPr>
        <p:spPr>
          <a:xfrm>
            <a:off x="1225617" y="1530420"/>
            <a:ext cx="412326" cy="281038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B83215D2-6F84-EA7A-BDDB-2A1C0510E6E6}"/>
              </a:ext>
            </a:extLst>
          </p:cNvPr>
          <p:cNvSpPr/>
          <p:nvPr/>
        </p:nvSpPr>
        <p:spPr>
          <a:xfrm>
            <a:off x="829415" y="1886522"/>
            <a:ext cx="412326" cy="281038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1DEA4BD5-1D8A-2FC1-3824-1A4EE68DFA37}"/>
              </a:ext>
            </a:extLst>
          </p:cNvPr>
          <p:cNvSpPr/>
          <p:nvPr/>
        </p:nvSpPr>
        <p:spPr>
          <a:xfrm>
            <a:off x="1821044" y="3154113"/>
            <a:ext cx="277824" cy="281038"/>
          </a:xfrm>
          <a:prstGeom prst="round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8AF3E3DE-EB41-D1B5-1DB3-C34E6FD3B2D3}"/>
              </a:ext>
            </a:extLst>
          </p:cNvPr>
          <p:cNvSpPr/>
          <p:nvPr/>
        </p:nvSpPr>
        <p:spPr>
          <a:xfrm>
            <a:off x="1460090" y="3154113"/>
            <a:ext cx="277824" cy="281038"/>
          </a:xfrm>
          <a:prstGeom prst="round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2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86FD6629-9DFF-F5CC-6B5D-CDF658FFE6DF}"/>
              </a:ext>
            </a:extLst>
          </p:cNvPr>
          <p:cNvSpPr/>
          <p:nvPr/>
        </p:nvSpPr>
        <p:spPr>
          <a:xfrm>
            <a:off x="1083307" y="3158045"/>
            <a:ext cx="277824" cy="281038"/>
          </a:xfrm>
          <a:prstGeom prst="round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3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E83397D1-392A-5F61-ACB0-093E39D499E6}"/>
              </a:ext>
            </a:extLst>
          </p:cNvPr>
          <p:cNvSpPr/>
          <p:nvPr/>
        </p:nvSpPr>
        <p:spPr>
          <a:xfrm>
            <a:off x="701191" y="3158045"/>
            <a:ext cx="277824" cy="281038"/>
          </a:xfrm>
          <a:prstGeom prst="round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4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13649D63-1E7A-5E12-9E99-B8CBCD9B4394}"/>
              </a:ext>
            </a:extLst>
          </p:cNvPr>
          <p:cNvSpPr/>
          <p:nvPr/>
        </p:nvSpPr>
        <p:spPr>
          <a:xfrm>
            <a:off x="294002" y="3158045"/>
            <a:ext cx="277824" cy="281038"/>
          </a:xfrm>
          <a:prstGeom prst="round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5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5B3C9800-6E65-14D0-31BD-0A1E4497F836}"/>
              </a:ext>
            </a:extLst>
          </p:cNvPr>
          <p:cNvSpPr/>
          <p:nvPr/>
        </p:nvSpPr>
        <p:spPr>
          <a:xfrm>
            <a:off x="231238" y="984833"/>
            <a:ext cx="751840" cy="598719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Graphics</a:t>
            </a:r>
          </a:p>
        </p:txBody>
      </p:sp>
    </p:spTree>
    <p:extLst>
      <p:ext uri="{BB962C8B-B14F-4D97-AF65-F5344CB8AC3E}">
        <p14:creationId xmlns:p14="http://schemas.microsoft.com/office/powerpoint/2010/main" val="31436338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9AC0A05F-9167-EF6C-5542-91CB76F1A2A6}"/>
              </a:ext>
            </a:extLst>
          </p:cNvPr>
          <p:cNvSpPr/>
          <p:nvPr/>
        </p:nvSpPr>
        <p:spPr>
          <a:xfrm>
            <a:off x="0" y="0"/>
            <a:ext cx="2286000" cy="3810000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 hidden="1">
            <a:extLst>
              <a:ext uri="{FF2B5EF4-FFF2-40B4-BE49-F238E27FC236}">
                <a16:creationId xmlns:a16="http://schemas.microsoft.com/office/drawing/2014/main" id="{9BD11603-9B61-4B0D-A15D-1E72FDE9447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0" dirty="0" err="1"/>
              <a:t>linear_string</a:t>
            </a:r>
            <a:endParaRPr lang="en-US" b="0" dirty="0"/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03BA0748-7877-B4D6-23CA-5566341EA195}"/>
              </a:ext>
            </a:extLst>
          </p:cNvPr>
          <p:cNvSpPr/>
          <p:nvPr/>
        </p:nvSpPr>
        <p:spPr>
          <a:xfrm>
            <a:off x="103071" y="326937"/>
            <a:ext cx="2135352" cy="1897362"/>
          </a:xfrm>
          <a:prstGeom prst="roundRect">
            <a:avLst/>
          </a:prstGeom>
          <a:solidFill>
            <a:schemeClr val="bg1"/>
          </a:solidFill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highlight>
                <a:srgbClr val="FFFF00"/>
              </a:highlight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A4B34B7A-BD96-DBAB-1A8A-C3DCC5296E3F}"/>
              </a:ext>
            </a:extLst>
          </p:cNvPr>
          <p:cNvSpPr/>
          <p:nvPr/>
        </p:nvSpPr>
        <p:spPr>
          <a:xfrm>
            <a:off x="103071" y="3083259"/>
            <a:ext cx="2135341" cy="421087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571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63" name="Group 62">
            <a:extLst>
              <a:ext uri="{FF2B5EF4-FFF2-40B4-BE49-F238E27FC236}">
                <a16:creationId xmlns:a16="http://schemas.microsoft.com/office/drawing/2014/main" id="{AE6B77AC-31E9-9937-4E56-FE18FE2F2E56}"/>
              </a:ext>
            </a:extLst>
          </p:cNvPr>
          <p:cNvGrpSpPr/>
          <p:nvPr/>
        </p:nvGrpSpPr>
        <p:grpSpPr>
          <a:xfrm>
            <a:off x="100087" y="1445569"/>
            <a:ext cx="740342" cy="778729"/>
            <a:chOff x="28575" y="1540203"/>
            <a:chExt cx="740342" cy="778729"/>
          </a:xfrm>
        </p:grpSpPr>
        <p:sp>
          <p:nvSpPr>
            <p:cNvPr id="59" name="Rectangle: Rounded Corners 58">
              <a:extLst>
                <a:ext uri="{FF2B5EF4-FFF2-40B4-BE49-F238E27FC236}">
                  <a16:creationId xmlns:a16="http://schemas.microsoft.com/office/drawing/2014/main" id="{545EB0FE-C556-690B-DF5D-9B7808C682EF}"/>
                </a:ext>
              </a:extLst>
            </p:cNvPr>
            <p:cNvSpPr/>
            <p:nvPr/>
          </p:nvSpPr>
          <p:spPr>
            <a:xfrm>
              <a:off x="28575" y="1630599"/>
              <a:ext cx="684482" cy="688333"/>
            </a:xfrm>
            <a:prstGeom prst="roundRect">
              <a:avLst/>
            </a:prstGeom>
            <a:solidFill>
              <a:schemeClr val="bg1"/>
            </a:solidFill>
            <a:ln w="571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5" name="Rectangle 54">
              <a:extLst>
                <a:ext uri="{FF2B5EF4-FFF2-40B4-BE49-F238E27FC236}">
                  <a16:creationId xmlns:a16="http://schemas.microsoft.com/office/drawing/2014/main" id="{A7E07F11-17CF-2BA2-CC69-83F9E315DB85}"/>
                </a:ext>
              </a:extLst>
            </p:cNvPr>
            <p:cNvSpPr/>
            <p:nvPr/>
          </p:nvSpPr>
          <p:spPr>
            <a:xfrm rot="16200000">
              <a:off x="271680" y="1781098"/>
              <a:ext cx="681153" cy="281038"/>
            </a:xfrm>
            <a:prstGeom prst="rect">
              <a:avLst/>
            </a:prstGeom>
            <a:solidFill>
              <a:schemeClr val="bg1"/>
            </a:solidFill>
            <a:ln w="5715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B4008C5A-6738-1C3E-3800-90F253E5C621}"/>
                </a:ext>
              </a:extLst>
            </p:cNvPr>
            <p:cNvSpPr/>
            <p:nvPr/>
          </p:nvSpPr>
          <p:spPr>
            <a:xfrm rot="10800000">
              <a:off x="87764" y="1540203"/>
              <a:ext cx="681153" cy="281038"/>
            </a:xfrm>
            <a:prstGeom prst="rect">
              <a:avLst/>
            </a:prstGeom>
            <a:solidFill>
              <a:schemeClr val="bg1"/>
            </a:solidFill>
            <a:ln w="5715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83EBDD68-37D9-2414-6815-C59D66098BD8}"/>
              </a:ext>
            </a:extLst>
          </p:cNvPr>
          <p:cNvGrpSpPr/>
          <p:nvPr/>
        </p:nvGrpSpPr>
        <p:grpSpPr>
          <a:xfrm>
            <a:off x="1480873" y="1476010"/>
            <a:ext cx="758848" cy="749741"/>
            <a:chOff x="1496197" y="1575752"/>
            <a:chExt cx="758848" cy="749741"/>
          </a:xfrm>
        </p:grpSpPr>
        <p:sp>
          <p:nvSpPr>
            <p:cNvPr id="61" name="Rectangle: Rounded Corners 60">
              <a:extLst>
                <a:ext uri="{FF2B5EF4-FFF2-40B4-BE49-F238E27FC236}">
                  <a16:creationId xmlns:a16="http://schemas.microsoft.com/office/drawing/2014/main" id="{0B27E817-76B6-355B-AFEE-5B7D311BE7E4}"/>
                </a:ext>
              </a:extLst>
            </p:cNvPr>
            <p:cNvSpPr/>
            <p:nvPr/>
          </p:nvSpPr>
          <p:spPr>
            <a:xfrm>
              <a:off x="1570563" y="1637160"/>
              <a:ext cx="684482" cy="688333"/>
            </a:xfrm>
            <a:prstGeom prst="roundRect">
              <a:avLst/>
            </a:prstGeom>
            <a:solidFill>
              <a:schemeClr val="bg1"/>
            </a:solidFill>
            <a:ln w="571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6FAE12D1-CA8D-08F0-4DAE-A1008B0BE6B6}"/>
                </a:ext>
              </a:extLst>
            </p:cNvPr>
            <p:cNvSpPr/>
            <p:nvPr/>
          </p:nvSpPr>
          <p:spPr>
            <a:xfrm>
              <a:off x="1504651" y="1587135"/>
              <a:ext cx="691549" cy="179752"/>
            </a:xfrm>
            <a:prstGeom prst="rect">
              <a:avLst/>
            </a:prstGeom>
            <a:solidFill>
              <a:schemeClr val="bg1"/>
            </a:solidFill>
            <a:ln w="5715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241E765E-A1C3-30F8-3229-C95D7032EF52}"/>
                </a:ext>
              </a:extLst>
            </p:cNvPr>
            <p:cNvSpPr/>
            <p:nvPr/>
          </p:nvSpPr>
          <p:spPr>
            <a:xfrm rot="16200000">
              <a:off x="1240298" y="1831651"/>
              <a:ext cx="691549" cy="179752"/>
            </a:xfrm>
            <a:prstGeom prst="rect">
              <a:avLst/>
            </a:prstGeom>
            <a:solidFill>
              <a:schemeClr val="bg1"/>
            </a:solidFill>
            <a:ln w="5715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3624980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3353</TotalTime>
  <Words>20</Words>
  <Application>Microsoft Office PowerPoint</Application>
  <PresentationFormat>Custom</PresentationFormat>
  <Paragraphs>14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2013 - 2022 Theme</vt:lpstr>
      <vt:lpstr>linear_string</vt:lpstr>
      <vt:lpstr>linear_string</vt:lpstr>
      <vt:lpstr>linear_string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Rajat Chaple</dc:creator>
  <cp:lastModifiedBy>Rajat Chaple</cp:lastModifiedBy>
  <cp:revision>44</cp:revision>
  <dcterms:created xsi:type="dcterms:W3CDTF">2022-04-01T23:29:50Z</dcterms:created>
  <dcterms:modified xsi:type="dcterms:W3CDTF">2024-06-03T07:41:00Z</dcterms:modified>
</cp:coreProperties>
</file>