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92" r:id="rId2"/>
  </p:sldIdLst>
  <p:sldSz cx="914400" cy="91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6247" autoAdjust="0"/>
  </p:normalViewPr>
  <p:slideViewPr>
    <p:cSldViewPr snapToGrid="0">
      <p:cViewPr>
        <p:scale>
          <a:sx n="150" d="100"/>
          <a:sy n="150" d="100"/>
        </p:scale>
        <p:origin x="4980" y="19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" y="149648"/>
            <a:ext cx="777240" cy="318347"/>
          </a:xfrm>
        </p:spPr>
        <p:txBody>
          <a:bodyPr anchor="b"/>
          <a:lstStyle>
            <a:lvl1pPr algn="ctr">
              <a:defRPr sz="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" y="480272"/>
            <a:ext cx="685800" cy="220768"/>
          </a:xfrm>
        </p:spPr>
        <p:txBody>
          <a:bodyPr/>
          <a:lstStyle>
            <a:lvl1pPr marL="0" indent="0" algn="ctr">
              <a:buNone/>
              <a:defRPr sz="240"/>
            </a:lvl1pPr>
            <a:lvl2pPr marL="45720" indent="0" algn="ctr">
              <a:buNone/>
              <a:defRPr sz="200"/>
            </a:lvl2pPr>
            <a:lvl3pPr marL="91440" indent="0" algn="ctr">
              <a:buNone/>
              <a:defRPr sz="180"/>
            </a:lvl3pPr>
            <a:lvl4pPr marL="137160" indent="0" algn="ctr">
              <a:buNone/>
              <a:defRPr sz="160"/>
            </a:lvl4pPr>
            <a:lvl5pPr marL="182880" indent="0" algn="ctr">
              <a:buNone/>
              <a:defRPr sz="160"/>
            </a:lvl5pPr>
            <a:lvl6pPr marL="228600" indent="0" algn="ctr">
              <a:buNone/>
              <a:defRPr sz="160"/>
            </a:lvl6pPr>
            <a:lvl7pPr marL="274320" indent="0" algn="ctr">
              <a:buNone/>
              <a:defRPr sz="160"/>
            </a:lvl7pPr>
            <a:lvl8pPr marL="320040" indent="0" algn="ctr">
              <a:buNone/>
              <a:defRPr sz="160"/>
            </a:lvl8pPr>
            <a:lvl9pPr marL="365760" indent="0" algn="ctr">
              <a:buNone/>
              <a:defRPr sz="1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81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10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" y="227965"/>
            <a:ext cx="788670" cy="380365"/>
          </a:xfrm>
        </p:spPr>
        <p:txBody>
          <a:bodyPr anchor="b"/>
          <a:lstStyle>
            <a:lvl1pPr>
              <a:defRPr sz="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9" y="611929"/>
            <a:ext cx="788670" cy="200025"/>
          </a:xfrm>
        </p:spPr>
        <p:txBody>
          <a:bodyPr/>
          <a:lstStyle>
            <a:lvl1pPr marL="0" indent="0">
              <a:buNone/>
              <a:defRPr sz="240">
                <a:solidFill>
                  <a:schemeClr val="tx1"/>
                </a:solidFill>
              </a:defRPr>
            </a:lvl1pPr>
            <a:lvl2pPr marL="45720" indent="0">
              <a:buNone/>
              <a:defRPr sz="200">
                <a:solidFill>
                  <a:schemeClr val="tx1">
                    <a:tint val="75000"/>
                  </a:schemeClr>
                </a:solidFill>
              </a:defRPr>
            </a:lvl2pPr>
            <a:lvl3pPr marL="91440" indent="0">
              <a:buNone/>
              <a:defRPr sz="180">
                <a:solidFill>
                  <a:schemeClr val="tx1">
                    <a:tint val="75000"/>
                  </a:schemeClr>
                </a:solidFill>
              </a:defRPr>
            </a:lvl3pPr>
            <a:lvl4pPr marL="13716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4pPr>
            <a:lvl5pPr marL="18288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5pPr>
            <a:lvl6pPr marL="22860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6pPr>
            <a:lvl7pPr marL="27432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7pPr>
            <a:lvl8pPr marL="32004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8pPr>
            <a:lvl9pPr marL="36576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16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" y="243417"/>
            <a:ext cx="38862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" y="243417"/>
            <a:ext cx="38862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77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48683"/>
            <a:ext cx="788670" cy="176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" y="224155"/>
            <a:ext cx="386834" cy="109855"/>
          </a:xfrm>
        </p:spPr>
        <p:txBody>
          <a:bodyPr anchor="b"/>
          <a:lstStyle>
            <a:lvl1pPr marL="0" indent="0">
              <a:buNone/>
              <a:defRPr sz="240" b="1"/>
            </a:lvl1pPr>
            <a:lvl2pPr marL="45720" indent="0">
              <a:buNone/>
              <a:defRPr sz="200" b="1"/>
            </a:lvl2pPr>
            <a:lvl3pPr marL="91440" indent="0">
              <a:buNone/>
              <a:defRPr sz="180" b="1"/>
            </a:lvl3pPr>
            <a:lvl4pPr marL="137160" indent="0">
              <a:buNone/>
              <a:defRPr sz="160" b="1"/>
            </a:lvl4pPr>
            <a:lvl5pPr marL="182880" indent="0">
              <a:buNone/>
              <a:defRPr sz="160" b="1"/>
            </a:lvl5pPr>
            <a:lvl6pPr marL="228600" indent="0">
              <a:buNone/>
              <a:defRPr sz="160" b="1"/>
            </a:lvl6pPr>
            <a:lvl7pPr marL="274320" indent="0">
              <a:buNone/>
              <a:defRPr sz="160" b="1"/>
            </a:lvl7pPr>
            <a:lvl8pPr marL="320040" indent="0">
              <a:buNone/>
              <a:defRPr sz="160" b="1"/>
            </a:lvl8pPr>
            <a:lvl9pPr marL="365760" indent="0">
              <a:buNone/>
              <a:defRPr sz="1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" y="334010"/>
            <a:ext cx="386834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" y="224155"/>
            <a:ext cx="388739" cy="109855"/>
          </a:xfrm>
        </p:spPr>
        <p:txBody>
          <a:bodyPr anchor="b"/>
          <a:lstStyle>
            <a:lvl1pPr marL="0" indent="0">
              <a:buNone/>
              <a:defRPr sz="240" b="1"/>
            </a:lvl1pPr>
            <a:lvl2pPr marL="45720" indent="0">
              <a:buNone/>
              <a:defRPr sz="200" b="1"/>
            </a:lvl2pPr>
            <a:lvl3pPr marL="91440" indent="0">
              <a:buNone/>
              <a:defRPr sz="180" b="1"/>
            </a:lvl3pPr>
            <a:lvl4pPr marL="137160" indent="0">
              <a:buNone/>
              <a:defRPr sz="160" b="1"/>
            </a:lvl4pPr>
            <a:lvl5pPr marL="182880" indent="0">
              <a:buNone/>
              <a:defRPr sz="160" b="1"/>
            </a:lvl5pPr>
            <a:lvl6pPr marL="228600" indent="0">
              <a:buNone/>
              <a:defRPr sz="160" b="1"/>
            </a:lvl6pPr>
            <a:lvl7pPr marL="274320" indent="0">
              <a:buNone/>
              <a:defRPr sz="160" b="1"/>
            </a:lvl7pPr>
            <a:lvl8pPr marL="320040" indent="0">
              <a:buNone/>
              <a:defRPr sz="160" b="1"/>
            </a:lvl8pPr>
            <a:lvl9pPr marL="365760" indent="0">
              <a:buNone/>
              <a:defRPr sz="1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" y="334010"/>
            <a:ext cx="388739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34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7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46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60960"/>
            <a:ext cx="294918" cy="213360"/>
          </a:xfrm>
        </p:spPr>
        <p:txBody>
          <a:bodyPr anchor="b"/>
          <a:lstStyle>
            <a:lvl1pPr>
              <a:defRPr sz="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" y="131657"/>
            <a:ext cx="462915" cy="649817"/>
          </a:xfrm>
        </p:spPr>
        <p:txBody>
          <a:bodyPr/>
          <a:lstStyle>
            <a:lvl1pPr>
              <a:defRPr sz="320"/>
            </a:lvl1pPr>
            <a:lvl2pPr>
              <a:defRPr sz="280"/>
            </a:lvl2pPr>
            <a:lvl3pPr>
              <a:defRPr sz="240"/>
            </a:lvl3pPr>
            <a:lvl4pPr>
              <a:defRPr sz="200"/>
            </a:lvl4pPr>
            <a:lvl5pPr>
              <a:defRPr sz="200"/>
            </a:lvl5pPr>
            <a:lvl6pPr>
              <a:defRPr sz="200"/>
            </a:lvl6pPr>
            <a:lvl7pPr>
              <a:defRPr sz="200"/>
            </a:lvl7pPr>
            <a:lvl8pPr>
              <a:defRPr sz="200"/>
            </a:lvl8pPr>
            <a:lvl9pPr>
              <a:defRPr sz="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" y="274320"/>
            <a:ext cx="294918" cy="508212"/>
          </a:xfrm>
        </p:spPr>
        <p:txBody>
          <a:bodyPr/>
          <a:lstStyle>
            <a:lvl1pPr marL="0" indent="0">
              <a:buNone/>
              <a:defRPr sz="160"/>
            </a:lvl1pPr>
            <a:lvl2pPr marL="45720" indent="0">
              <a:buNone/>
              <a:defRPr sz="140"/>
            </a:lvl2pPr>
            <a:lvl3pPr marL="91440" indent="0">
              <a:buNone/>
              <a:defRPr sz="120"/>
            </a:lvl3pPr>
            <a:lvl4pPr marL="137160" indent="0">
              <a:buNone/>
              <a:defRPr sz="100"/>
            </a:lvl4pPr>
            <a:lvl5pPr marL="182880" indent="0">
              <a:buNone/>
              <a:defRPr sz="100"/>
            </a:lvl5pPr>
            <a:lvl6pPr marL="228600" indent="0">
              <a:buNone/>
              <a:defRPr sz="100"/>
            </a:lvl6pPr>
            <a:lvl7pPr marL="274320" indent="0">
              <a:buNone/>
              <a:defRPr sz="100"/>
            </a:lvl7pPr>
            <a:lvl8pPr marL="320040" indent="0">
              <a:buNone/>
              <a:defRPr sz="100"/>
            </a:lvl8pPr>
            <a:lvl9pPr marL="365760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62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60960"/>
            <a:ext cx="294918" cy="213360"/>
          </a:xfrm>
        </p:spPr>
        <p:txBody>
          <a:bodyPr anchor="b"/>
          <a:lstStyle>
            <a:lvl1pPr>
              <a:defRPr sz="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" y="131657"/>
            <a:ext cx="462915" cy="649817"/>
          </a:xfrm>
        </p:spPr>
        <p:txBody>
          <a:bodyPr anchor="t"/>
          <a:lstStyle>
            <a:lvl1pPr marL="0" indent="0">
              <a:buNone/>
              <a:defRPr sz="320"/>
            </a:lvl1pPr>
            <a:lvl2pPr marL="45720" indent="0">
              <a:buNone/>
              <a:defRPr sz="280"/>
            </a:lvl2pPr>
            <a:lvl3pPr marL="91440" indent="0">
              <a:buNone/>
              <a:defRPr sz="240"/>
            </a:lvl3pPr>
            <a:lvl4pPr marL="137160" indent="0">
              <a:buNone/>
              <a:defRPr sz="200"/>
            </a:lvl4pPr>
            <a:lvl5pPr marL="182880" indent="0">
              <a:buNone/>
              <a:defRPr sz="200"/>
            </a:lvl5pPr>
            <a:lvl6pPr marL="228600" indent="0">
              <a:buNone/>
              <a:defRPr sz="200"/>
            </a:lvl6pPr>
            <a:lvl7pPr marL="274320" indent="0">
              <a:buNone/>
              <a:defRPr sz="200"/>
            </a:lvl7pPr>
            <a:lvl8pPr marL="320040" indent="0">
              <a:buNone/>
              <a:defRPr sz="200"/>
            </a:lvl8pPr>
            <a:lvl9pPr marL="365760" indent="0">
              <a:buNone/>
              <a:defRPr sz="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" y="274320"/>
            <a:ext cx="294918" cy="508212"/>
          </a:xfrm>
        </p:spPr>
        <p:txBody>
          <a:bodyPr/>
          <a:lstStyle>
            <a:lvl1pPr marL="0" indent="0">
              <a:buNone/>
              <a:defRPr sz="160"/>
            </a:lvl1pPr>
            <a:lvl2pPr marL="45720" indent="0">
              <a:buNone/>
              <a:defRPr sz="140"/>
            </a:lvl2pPr>
            <a:lvl3pPr marL="91440" indent="0">
              <a:buNone/>
              <a:defRPr sz="120"/>
            </a:lvl3pPr>
            <a:lvl4pPr marL="137160" indent="0">
              <a:buNone/>
              <a:defRPr sz="100"/>
            </a:lvl4pPr>
            <a:lvl5pPr marL="182880" indent="0">
              <a:buNone/>
              <a:defRPr sz="100"/>
            </a:lvl5pPr>
            <a:lvl6pPr marL="228600" indent="0">
              <a:buNone/>
              <a:defRPr sz="100"/>
            </a:lvl6pPr>
            <a:lvl7pPr marL="274320" indent="0">
              <a:buNone/>
              <a:defRPr sz="100"/>
            </a:lvl7pPr>
            <a:lvl8pPr marL="320040" indent="0">
              <a:buNone/>
              <a:defRPr sz="100"/>
            </a:lvl8pPr>
            <a:lvl9pPr marL="365760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94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16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" y="48683"/>
            <a:ext cx="197168" cy="774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" y="48683"/>
            <a:ext cx="580073" cy="774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808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" y="48683"/>
            <a:ext cx="788670" cy="176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" y="243417"/>
            <a:ext cx="788670" cy="580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" y="847514"/>
            <a:ext cx="20574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8F670-4784-4A02-AE32-D448CB75F0F1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" y="847514"/>
            <a:ext cx="30861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" y="847514"/>
            <a:ext cx="20574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963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" rtl="0" eaLnBrk="1" latinLnBrk="0" hangingPunct="1">
        <a:lnSpc>
          <a:spcPct val="90000"/>
        </a:lnSpc>
        <a:spcBef>
          <a:spcPct val="0"/>
        </a:spcBef>
        <a:buNone/>
        <a:defRPr sz="4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" indent="-22860" algn="l" defTabSz="9144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28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BD11603-9B61-4B0D-A15D-1E72FDE944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linear_string</a:t>
            </a:r>
            <a:endParaRPr lang="en-US" b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1A67D70-370C-099E-B411-DB03A38777B9}"/>
              </a:ext>
            </a:extLst>
          </p:cNvPr>
          <p:cNvGrpSpPr/>
          <p:nvPr/>
        </p:nvGrpSpPr>
        <p:grpSpPr>
          <a:xfrm>
            <a:off x="-582729" y="1635460"/>
            <a:ext cx="2135341" cy="421087"/>
            <a:chOff x="28576" y="2756325"/>
            <a:chExt cx="2228849" cy="42108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4B34B7A-BD96-DBAB-1A8A-C3DCC5296E3F}"/>
                </a:ext>
              </a:extLst>
            </p:cNvPr>
            <p:cNvSpPr/>
            <p:nvPr/>
          </p:nvSpPr>
          <p:spPr>
            <a:xfrm>
              <a:off x="28576" y="2756325"/>
              <a:ext cx="2228849" cy="42108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Graphic 20" descr="Flashlight with solid fill">
              <a:extLst>
                <a:ext uri="{FF2B5EF4-FFF2-40B4-BE49-F238E27FC236}">
                  <a16:creationId xmlns:a16="http://schemas.microsoft.com/office/drawing/2014/main" id="{D2DDA933-3A6D-DE65-D666-89CB2123E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63673" y="2833518"/>
              <a:ext cx="285750" cy="285750"/>
            </a:xfrm>
            <a:prstGeom prst="rect">
              <a:avLst/>
            </a:prstGeom>
          </p:spPr>
        </p:pic>
        <p:pic>
          <p:nvPicPr>
            <p:cNvPr id="23" name="Graphic 22" descr="Bluetooth with solid fill">
              <a:extLst>
                <a:ext uri="{FF2B5EF4-FFF2-40B4-BE49-F238E27FC236}">
                  <a16:creationId xmlns:a16="http://schemas.microsoft.com/office/drawing/2014/main" id="{D846C3FD-7950-6ED1-0C31-4EC6CA886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76423" y="2839868"/>
              <a:ext cx="285749" cy="254000"/>
            </a:xfrm>
            <a:prstGeom prst="rect">
              <a:avLst/>
            </a:prstGeom>
          </p:spPr>
        </p:pic>
      </p:grpSp>
      <p:pic>
        <p:nvPicPr>
          <p:cNvPr id="12" name="Graphic 11" descr="Single gear with solid fill">
            <a:extLst>
              <a:ext uri="{FF2B5EF4-FFF2-40B4-BE49-F238E27FC236}">
                <a16:creationId xmlns:a16="http://schemas.microsoft.com/office/drawing/2014/main" id="{34B5428B-F04A-DDF0-CD3C-9C56558755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1995" y="110145"/>
            <a:ext cx="337324" cy="337324"/>
          </a:xfrm>
          <a:prstGeom prst="rect">
            <a:avLst/>
          </a:prstGeom>
        </p:spPr>
      </p:pic>
      <p:sp>
        <p:nvSpPr>
          <p:cNvPr id="11" name="Arrow: U-Turn 10">
            <a:extLst>
              <a:ext uri="{FF2B5EF4-FFF2-40B4-BE49-F238E27FC236}">
                <a16:creationId xmlns:a16="http://schemas.microsoft.com/office/drawing/2014/main" id="{1999CFE6-D26C-7089-F4F5-3DB73ED8CBAD}"/>
              </a:ext>
            </a:extLst>
          </p:cNvPr>
          <p:cNvSpPr/>
          <p:nvPr/>
        </p:nvSpPr>
        <p:spPr>
          <a:xfrm rot="16200000" flipV="1">
            <a:off x="362813" y="343007"/>
            <a:ext cx="188773" cy="208922"/>
          </a:xfrm>
          <a:prstGeom prst="uturnArrow">
            <a:avLst>
              <a:gd name="adj1" fmla="val 21521"/>
              <a:gd name="adj2" fmla="val 22624"/>
              <a:gd name="adj3" fmla="val 30670"/>
              <a:gd name="adj4" fmla="val 43750"/>
              <a:gd name="adj5" fmla="val 9999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B030CED-5753-8534-BED1-D978C4C47347}"/>
              </a:ext>
            </a:extLst>
          </p:cNvPr>
          <p:cNvGrpSpPr/>
          <p:nvPr/>
        </p:nvGrpSpPr>
        <p:grpSpPr>
          <a:xfrm>
            <a:off x="589147" y="-772478"/>
            <a:ext cx="441132" cy="431994"/>
            <a:chOff x="1419007" y="1276231"/>
            <a:chExt cx="441132" cy="431994"/>
          </a:xfrm>
        </p:grpSpPr>
        <p:pic>
          <p:nvPicPr>
            <p:cNvPr id="29" name="Graphic 28" descr="Wi-Fi with solid fill">
              <a:extLst>
                <a:ext uri="{FF2B5EF4-FFF2-40B4-BE49-F238E27FC236}">
                  <a16:creationId xmlns:a16="http://schemas.microsoft.com/office/drawing/2014/main" id="{7198A6A4-81A3-955C-E2B5-2F4B380E0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1428145" y="1276231"/>
              <a:ext cx="431994" cy="431994"/>
            </a:xfrm>
            <a:prstGeom prst="rect">
              <a:avLst/>
            </a:prstGeom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2DBD06A-D870-031D-CA52-87B8F273BA28}"/>
                </a:ext>
              </a:extLst>
            </p:cNvPr>
            <p:cNvGrpSpPr/>
            <p:nvPr/>
          </p:nvGrpSpPr>
          <p:grpSpPr>
            <a:xfrm>
              <a:off x="1419007" y="1347216"/>
              <a:ext cx="409498" cy="279418"/>
              <a:chOff x="1419007" y="1347216"/>
              <a:chExt cx="409498" cy="279418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98A6478-FAAB-A890-75AA-031C424F4C03}"/>
                  </a:ext>
                </a:extLst>
              </p:cNvPr>
              <p:cNvSpPr/>
              <p:nvPr/>
            </p:nvSpPr>
            <p:spPr>
              <a:xfrm rot="20432975">
                <a:off x="1537791" y="1347216"/>
                <a:ext cx="288131" cy="957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A33FA5A-0F3C-3117-C15C-FDB45DC39821}"/>
                  </a:ext>
                </a:extLst>
              </p:cNvPr>
              <p:cNvSpPr/>
              <p:nvPr/>
            </p:nvSpPr>
            <p:spPr>
              <a:xfrm rot="1167025" flipH="1">
                <a:off x="1540374" y="1541073"/>
                <a:ext cx="288131" cy="8556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0F409E55-3921-2D1D-2E25-F716713ABDFB}"/>
                  </a:ext>
                </a:extLst>
              </p:cNvPr>
              <p:cNvGrpSpPr/>
              <p:nvPr/>
            </p:nvGrpSpPr>
            <p:grpSpPr>
              <a:xfrm>
                <a:off x="1419007" y="1371250"/>
                <a:ext cx="132963" cy="224188"/>
                <a:chOff x="785400" y="1365850"/>
                <a:chExt cx="132963" cy="224188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C679FC53-2C45-CFF6-300A-9BE6734DB624}"/>
                    </a:ext>
                  </a:extLst>
                </p:cNvPr>
                <p:cNvSpPr/>
                <p:nvPr/>
              </p:nvSpPr>
              <p:spPr>
                <a:xfrm>
                  <a:off x="785400" y="1365850"/>
                  <a:ext cx="57044" cy="224188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08640A68-F1E1-44C2-A616-5373C7D514A6}"/>
                    </a:ext>
                  </a:extLst>
                </p:cNvPr>
                <p:cNvSpPr/>
                <p:nvPr/>
              </p:nvSpPr>
              <p:spPr>
                <a:xfrm>
                  <a:off x="794538" y="1407980"/>
                  <a:ext cx="123825" cy="146848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D9F51C8-3FBC-BEB4-4360-E6F1E7FBECAF}"/>
              </a:ext>
            </a:extLst>
          </p:cNvPr>
          <p:cNvGrpSpPr/>
          <p:nvPr/>
        </p:nvGrpSpPr>
        <p:grpSpPr>
          <a:xfrm>
            <a:off x="667868" y="-326195"/>
            <a:ext cx="382370" cy="297661"/>
            <a:chOff x="1224178" y="926306"/>
            <a:chExt cx="382370" cy="297661"/>
          </a:xfrm>
        </p:grpSpPr>
        <p:pic>
          <p:nvPicPr>
            <p:cNvPr id="10" name="Graphic 9" descr="Aperture with solid fill">
              <a:extLst>
                <a:ext uri="{FF2B5EF4-FFF2-40B4-BE49-F238E27FC236}">
                  <a16:creationId xmlns:a16="http://schemas.microsoft.com/office/drawing/2014/main" id="{61168C20-673A-5C5F-16CA-1F04ABB57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24178" y="926306"/>
              <a:ext cx="297661" cy="297661"/>
            </a:xfrm>
            <a:prstGeom prst="rect">
              <a:avLst/>
            </a:prstGeom>
          </p:spPr>
        </p:pic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7C379CA-BB0A-E407-7AE7-400C90DB8561}"/>
                </a:ext>
              </a:extLst>
            </p:cNvPr>
            <p:cNvCxnSpPr>
              <a:cxnSpLocks/>
            </p:cNvCxnSpPr>
            <p:nvPr/>
          </p:nvCxnSpPr>
          <p:spPr>
            <a:xfrm>
              <a:off x="1250225" y="1187404"/>
              <a:ext cx="35632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Arrow: Down 40">
              <a:extLst>
                <a:ext uri="{FF2B5EF4-FFF2-40B4-BE49-F238E27FC236}">
                  <a16:creationId xmlns:a16="http://schemas.microsoft.com/office/drawing/2014/main" id="{09BB9614-3B88-38F1-3033-22A855C28AF7}"/>
                </a:ext>
              </a:extLst>
            </p:cNvPr>
            <p:cNvSpPr/>
            <p:nvPr/>
          </p:nvSpPr>
          <p:spPr>
            <a:xfrm rot="16200000">
              <a:off x="1537382" y="1065448"/>
              <a:ext cx="45719" cy="92613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0226A04-10DD-EE79-E1DE-543D04C7CCEE}"/>
              </a:ext>
            </a:extLst>
          </p:cNvPr>
          <p:cNvGrpSpPr/>
          <p:nvPr/>
        </p:nvGrpSpPr>
        <p:grpSpPr>
          <a:xfrm>
            <a:off x="169549" y="-982110"/>
            <a:ext cx="309801" cy="221456"/>
            <a:chOff x="868947" y="622243"/>
            <a:chExt cx="309801" cy="221456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D16AAFB-F183-AC24-C83C-AC01C428D639}"/>
                </a:ext>
              </a:extLst>
            </p:cNvPr>
            <p:cNvSpPr/>
            <p:nvPr/>
          </p:nvSpPr>
          <p:spPr>
            <a:xfrm>
              <a:off x="957292" y="622243"/>
              <a:ext cx="221456" cy="221456"/>
            </a:xfrm>
            <a:prstGeom prst="ellipse">
              <a:avLst/>
            </a:prstGeom>
            <a:noFill/>
            <a:ln w="28575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A2D598C-6A07-510A-24DA-6690D311BAD8}"/>
                </a:ext>
              </a:extLst>
            </p:cNvPr>
            <p:cNvSpPr/>
            <p:nvPr/>
          </p:nvSpPr>
          <p:spPr>
            <a:xfrm>
              <a:off x="1009164" y="670440"/>
              <a:ext cx="120299" cy="120299"/>
            </a:xfrm>
            <a:prstGeom prst="ellipse">
              <a:avLst/>
            </a:prstGeom>
            <a:noFill/>
            <a:ln w="28575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EB4031B-4952-F967-4EFF-CC9ACEA1AD92}"/>
                </a:ext>
              </a:extLst>
            </p:cNvPr>
            <p:cNvCxnSpPr/>
            <p:nvPr/>
          </p:nvCxnSpPr>
          <p:spPr>
            <a:xfrm flipH="1">
              <a:off x="875140" y="815205"/>
              <a:ext cx="130969" cy="0"/>
            </a:xfrm>
            <a:prstGeom prst="line">
              <a:avLst/>
            </a:prstGeom>
            <a:ln w="28575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83FB950-A3A8-6697-8C2F-D93512742AAF}"/>
                </a:ext>
              </a:extLst>
            </p:cNvPr>
            <p:cNvSpPr/>
            <p:nvPr/>
          </p:nvSpPr>
          <p:spPr>
            <a:xfrm>
              <a:off x="868947" y="790739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7" name="Arrow: Pentagon 66">
            <a:extLst>
              <a:ext uri="{FF2B5EF4-FFF2-40B4-BE49-F238E27FC236}">
                <a16:creationId xmlns:a16="http://schemas.microsoft.com/office/drawing/2014/main" id="{7B6A5514-547A-7630-76BD-8157BE13FAFE}"/>
              </a:ext>
            </a:extLst>
          </p:cNvPr>
          <p:cNvSpPr/>
          <p:nvPr/>
        </p:nvSpPr>
        <p:spPr>
          <a:xfrm rot="10800000">
            <a:off x="1212888" y="-208933"/>
            <a:ext cx="339724" cy="91046"/>
          </a:xfrm>
          <a:prstGeom prst="homePlate">
            <a:avLst/>
          </a:prstGeom>
          <a:noFill/>
          <a:ln w="2857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28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3353</TotalTime>
  <Words>3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linear_string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Rajat Chaple</dc:creator>
  <cp:lastModifiedBy>Rajat Chaple</cp:lastModifiedBy>
  <cp:revision>44</cp:revision>
  <dcterms:created xsi:type="dcterms:W3CDTF">2022-04-01T23:29:50Z</dcterms:created>
  <dcterms:modified xsi:type="dcterms:W3CDTF">2024-06-03T07:41:50Z</dcterms:modified>
</cp:coreProperties>
</file>