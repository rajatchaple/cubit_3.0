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76" r:id="rId3"/>
    <p:sldId id="277" r:id="rId4"/>
    <p:sldId id="279" r:id="rId5"/>
    <p:sldId id="282" r:id="rId6"/>
    <p:sldId id="283" r:id="rId7"/>
    <p:sldId id="284" r:id="rId8"/>
    <p:sldId id="286" r:id="rId9"/>
    <p:sldId id="289" r:id="rId10"/>
  </p:sldIdLst>
  <p:sldSz cx="15362238" cy="13166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6247" autoAdjust="0"/>
  </p:normalViewPr>
  <p:slideViewPr>
    <p:cSldViewPr snapToGrid="0">
      <p:cViewPr varScale="1">
        <p:scale>
          <a:sx n="56" d="100"/>
          <a:sy n="56" d="100"/>
        </p:scale>
        <p:origin x="2160" y="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2168" y="2154833"/>
            <a:ext cx="13057902" cy="4583971"/>
          </a:xfrm>
        </p:spPr>
        <p:txBody>
          <a:bodyPr anchor="b"/>
          <a:lstStyle>
            <a:lvl1pPr algn="ctr">
              <a:defRPr sz="10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80" y="6915579"/>
            <a:ext cx="11521679" cy="3178910"/>
          </a:xfrm>
        </p:spPr>
        <p:txBody>
          <a:bodyPr/>
          <a:lstStyle>
            <a:lvl1pPr marL="0" indent="0" algn="ctr">
              <a:buNone/>
              <a:defRPr sz="4032"/>
            </a:lvl1pPr>
            <a:lvl2pPr marL="768096" indent="0" algn="ctr">
              <a:buNone/>
              <a:defRPr sz="3360"/>
            </a:lvl2pPr>
            <a:lvl3pPr marL="1536192" indent="0" algn="ctr">
              <a:buNone/>
              <a:defRPr sz="3024"/>
            </a:lvl3pPr>
            <a:lvl4pPr marL="2304288" indent="0" algn="ctr">
              <a:buNone/>
              <a:defRPr sz="2688"/>
            </a:lvl4pPr>
            <a:lvl5pPr marL="3072384" indent="0" algn="ctr">
              <a:buNone/>
              <a:defRPr sz="2688"/>
            </a:lvl5pPr>
            <a:lvl6pPr marL="3840480" indent="0" algn="ctr">
              <a:buNone/>
              <a:defRPr sz="2688"/>
            </a:lvl6pPr>
            <a:lvl7pPr marL="4608576" indent="0" algn="ctr">
              <a:buNone/>
              <a:defRPr sz="2688"/>
            </a:lvl7pPr>
            <a:lvl8pPr marL="5376672" indent="0" algn="ctr">
              <a:buNone/>
              <a:defRPr sz="2688"/>
            </a:lvl8pPr>
            <a:lvl9pPr marL="6144768" indent="0" algn="ctr">
              <a:buNone/>
              <a:defRPr sz="268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20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643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8154" y="3282541"/>
            <a:ext cx="13249930" cy="5476991"/>
          </a:xfrm>
        </p:spPr>
        <p:txBody>
          <a:bodyPr anchor="b"/>
          <a:lstStyle>
            <a:lvl1pPr>
              <a:defRPr sz="10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8154" y="8811347"/>
            <a:ext cx="13249930" cy="2880220"/>
          </a:xfrm>
        </p:spPr>
        <p:txBody>
          <a:bodyPr/>
          <a:lstStyle>
            <a:lvl1pPr marL="0" indent="0">
              <a:buNone/>
              <a:defRPr sz="4032">
                <a:solidFill>
                  <a:schemeClr val="tx1"/>
                </a:solidFill>
              </a:defRPr>
            </a:lvl1pPr>
            <a:lvl2pPr marL="768096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2pPr>
            <a:lvl3pPr marL="1536192" indent="0">
              <a:buNone/>
              <a:defRPr sz="3024">
                <a:solidFill>
                  <a:schemeClr val="tx1">
                    <a:tint val="75000"/>
                  </a:schemeClr>
                </a:solidFill>
              </a:defRPr>
            </a:lvl3pPr>
            <a:lvl4pPr marL="2304288" indent="0">
              <a:buNone/>
              <a:defRPr sz="2688">
                <a:solidFill>
                  <a:schemeClr val="tx1">
                    <a:tint val="75000"/>
                  </a:schemeClr>
                </a:solidFill>
              </a:defRPr>
            </a:lvl4pPr>
            <a:lvl5pPr marL="3072384" indent="0">
              <a:buNone/>
              <a:defRPr sz="2688">
                <a:solidFill>
                  <a:schemeClr val="tx1">
                    <a:tint val="75000"/>
                  </a:schemeClr>
                </a:solidFill>
              </a:defRPr>
            </a:lvl5pPr>
            <a:lvl6pPr marL="3840480" indent="0">
              <a:buNone/>
              <a:defRPr sz="2688">
                <a:solidFill>
                  <a:schemeClr val="tx1">
                    <a:tint val="75000"/>
                  </a:schemeClr>
                </a:solidFill>
              </a:defRPr>
            </a:lvl6pPr>
            <a:lvl7pPr marL="4608576" indent="0">
              <a:buNone/>
              <a:defRPr sz="2688">
                <a:solidFill>
                  <a:schemeClr val="tx1">
                    <a:tint val="75000"/>
                  </a:schemeClr>
                </a:solidFill>
              </a:defRPr>
            </a:lvl7pPr>
            <a:lvl8pPr marL="5376672" indent="0">
              <a:buNone/>
              <a:defRPr sz="2688">
                <a:solidFill>
                  <a:schemeClr val="tx1">
                    <a:tint val="75000"/>
                  </a:schemeClr>
                </a:solidFill>
              </a:defRPr>
            </a:lvl8pPr>
            <a:lvl9pPr marL="6144768" indent="0">
              <a:buNone/>
              <a:defRPr sz="26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56154" y="3505031"/>
            <a:ext cx="6528951" cy="83541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7133" y="3505031"/>
            <a:ext cx="6528951" cy="83541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983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8155" y="701009"/>
            <a:ext cx="13249930" cy="25449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8156" y="3227677"/>
            <a:ext cx="6498946" cy="1581835"/>
          </a:xfrm>
        </p:spPr>
        <p:txBody>
          <a:bodyPr anchor="b"/>
          <a:lstStyle>
            <a:lvl1pPr marL="0" indent="0">
              <a:buNone/>
              <a:defRPr sz="4032" b="1"/>
            </a:lvl1pPr>
            <a:lvl2pPr marL="768096" indent="0">
              <a:buNone/>
              <a:defRPr sz="3360" b="1"/>
            </a:lvl2pPr>
            <a:lvl3pPr marL="1536192" indent="0">
              <a:buNone/>
              <a:defRPr sz="3024" b="1"/>
            </a:lvl3pPr>
            <a:lvl4pPr marL="2304288" indent="0">
              <a:buNone/>
              <a:defRPr sz="2688" b="1"/>
            </a:lvl4pPr>
            <a:lvl5pPr marL="3072384" indent="0">
              <a:buNone/>
              <a:defRPr sz="2688" b="1"/>
            </a:lvl5pPr>
            <a:lvl6pPr marL="3840480" indent="0">
              <a:buNone/>
              <a:defRPr sz="2688" b="1"/>
            </a:lvl6pPr>
            <a:lvl7pPr marL="4608576" indent="0">
              <a:buNone/>
              <a:defRPr sz="2688" b="1"/>
            </a:lvl7pPr>
            <a:lvl8pPr marL="5376672" indent="0">
              <a:buNone/>
              <a:defRPr sz="2688" b="1"/>
            </a:lvl8pPr>
            <a:lvl9pPr marL="6144768" indent="0">
              <a:buNone/>
              <a:defRPr sz="2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8156" y="4809512"/>
            <a:ext cx="6498946" cy="70740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77134" y="3227677"/>
            <a:ext cx="6530952" cy="1581835"/>
          </a:xfrm>
        </p:spPr>
        <p:txBody>
          <a:bodyPr anchor="b"/>
          <a:lstStyle>
            <a:lvl1pPr marL="0" indent="0">
              <a:buNone/>
              <a:defRPr sz="4032" b="1"/>
            </a:lvl1pPr>
            <a:lvl2pPr marL="768096" indent="0">
              <a:buNone/>
              <a:defRPr sz="3360" b="1"/>
            </a:lvl2pPr>
            <a:lvl3pPr marL="1536192" indent="0">
              <a:buNone/>
              <a:defRPr sz="3024" b="1"/>
            </a:lvl3pPr>
            <a:lvl4pPr marL="2304288" indent="0">
              <a:buNone/>
              <a:defRPr sz="2688" b="1"/>
            </a:lvl4pPr>
            <a:lvl5pPr marL="3072384" indent="0">
              <a:buNone/>
              <a:defRPr sz="2688" b="1"/>
            </a:lvl5pPr>
            <a:lvl6pPr marL="3840480" indent="0">
              <a:buNone/>
              <a:defRPr sz="2688" b="1"/>
            </a:lvl6pPr>
            <a:lvl7pPr marL="4608576" indent="0">
              <a:buNone/>
              <a:defRPr sz="2688" b="1"/>
            </a:lvl7pPr>
            <a:lvl8pPr marL="5376672" indent="0">
              <a:buNone/>
              <a:defRPr sz="2688" b="1"/>
            </a:lvl8pPr>
            <a:lvl9pPr marL="6144768" indent="0">
              <a:buNone/>
              <a:defRPr sz="2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77134" y="4809512"/>
            <a:ext cx="6530952" cy="70740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398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0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91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8155" y="877782"/>
            <a:ext cx="4954722" cy="3072236"/>
          </a:xfrm>
        </p:spPr>
        <p:txBody>
          <a:bodyPr anchor="b"/>
          <a:lstStyle>
            <a:lvl1pPr>
              <a:defRPr sz="53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0952" y="1895767"/>
            <a:ext cx="7777133" cy="9356909"/>
          </a:xfrm>
        </p:spPr>
        <p:txBody>
          <a:bodyPr/>
          <a:lstStyle>
            <a:lvl1pPr>
              <a:defRPr sz="5376"/>
            </a:lvl1pPr>
            <a:lvl2pPr>
              <a:defRPr sz="4704"/>
            </a:lvl2pPr>
            <a:lvl3pPr>
              <a:defRPr sz="4032"/>
            </a:lvl3pPr>
            <a:lvl4pPr>
              <a:defRPr sz="3360"/>
            </a:lvl4pPr>
            <a:lvl5pPr>
              <a:defRPr sz="3360"/>
            </a:lvl5pPr>
            <a:lvl6pPr>
              <a:defRPr sz="3360"/>
            </a:lvl6pPr>
            <a:lvl7pPr>
              <a:defRPr sz="3360"/>
            </a:lvl7pPr>
            <a:lvl8pPr>
              <a:defRPr sz="3360"/>
            </a:lvl8pPr>
            <a:lvl9pPr>
              <a:defRPr sz="33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58155" y="3950018"/>
            <a:ext cx="4954722" cy="7317896"/>
          </a:xfrm>
        </p:spPr>
        <p:txBody>
          <a:bodyPr/>
          <a:lstStyle>
            <a:lvl1pPr marL="0" indent="0">
              <a:buNone/>
              <a:defRPr sz="2688"/>
            </a:lvl1pPr>
            <a:lvl2pPr marL="768096" indent="0">
              <a:buNone/>
              <a:defRPr sz="2352"/>
            </a:lvl2pPr>
            <a:lvl3pPr marL="1536192" indent="0">
              <a:buNone/>
              <a:defRPr sz="2016"/>
            </a:lvl3pPr>
            <a:lvl4pPr marL="2304288" indent="0">
              <a:buNone/>
              <a:defRPr sz="1680"/>
            </a:lvl4pPr>
            <a:lvl5pPr marL="3072384" indent="0">
              <a:buNone/>
              <a:defRPr sz="1680"/>
            </a:lvl5pPr>
            <a:lvl6pPr marL="3840480" indent="0">
              <a:buNone/>
              <a:defRPr sz="1680"/>
            </a:lvl6pPr>
            <a:lvl7pPr marL="4608576" indent="0">
              <a:buNone/>
              <a:defRPr sz="1680"/>
            </a:lvl7pPr>
            <a:lvl8pPr marL="5376672" indent="0">
              <a:buNone/>
              <a:defRPr sz="1680"/>
            </a:lvl8pPr>
            <a:lvl9pPr marL="6144768" indent="0">
              <a:buNone/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3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8155" y="877782"/>
            <a:ext cx="4954722" cy="3072236"/>
          </a:xfrm>
        </p:spPr>
        <p:txBody>
          <a:bodyPr anchor="b"/>
          <a:lstStyle>
            <a:lvl1pPr>
              <a:defRPr sz="53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30952" y="1895767"/>
            <a:ext cx="7777133" cy="9356909"/>
          </a:xfrm>
        </p:spPr>
        <p:txBody>
          <a:bodyPr anchor="t"/>
          <a:lstStyle>
            <a:lvl1pPr marL="0" indent="0">
              <a:buNone/>
              <a:defRPr sz="5376"/>
            </a:lvl1pPr>
            <a:lvl2pPr marL="768096" indent="0">
              <a:buNone/>
              <a:defRPr sz="4704"/>
            </a:lvl2pPr>
            <a:lvl3pPr marL="1536192" indent="0">
              <a:buNone/>
              <a:defRPr sz="4032"/>
            </a:lvl3pPr>
            <a:lvl4pPr marL="2304288" indent="0">
              <a:buNone/>
              <a:defRPr sz="3360"/>
            </a:lvl4pPr>
            <a:lvl5pPr marL="3072384" indent="0">
              <a:buNone/>
              <a:defRPr sz="3360"/>
            </a:lvl5pPr>
            <a:lvl6pPr marL="3840480" indent="0">
              <a:buNone/>
              <a:defRPr sz="3360"/>
            </a:lvl6pPr>
            <a:lvl7pPr marL="4608576" indent="0">
              <a:buNone/>
              <a:defRPr sz="3360"/>
            </a:lvl7pPr>
            <a:lvl8pPr marL="5376672" indent="0">
              <a:buNone/>
              <a:defRPr sz="3360"/>
            </a:lvl8pPr>
            <a:lvl9pPr marL="6144768" indent="0">
              <a:buNone/>
              <a:defRPr sz="33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58155" y="3950018"/>
            <a:ext cx="4954722" cy="7317896"/>
          </a:xfrm>
        </p:spPr>
        <p:txBody>
          <a:bodyPr/>
          <a:lstStyle>
            <a:lvl1pPr marL="0" indent="0">
              <a:buNone/>
              <a:defRPr sz="2688"/>
            </a:lvl1pPr>
            <a:lvl2pPr marL="768096" indent="0">
              <a:buNone/>
              <a:defRPr sz="2352"/>
            </a:lvl2pPr>
            <a:lvl3pPr marL="1536192" indent="0">
              <a:buNone/>
              <a:defRPr sz="2016"/>
            </a:lvl3pPr>
            <a:lvl4pPr marL="2304288" indent="0">
              <a:buNone/>
              <a:defRPr sz="1680"/>
            </a:lvl4pPr>
            <a:lvl5pPr marL="3072384" indent="0">
              <a:buNone/>
              <a:defRPr sz="1680"/>
            </a:lvl5pPr>
            <a:lvl6pPr marL="3840480" indent="0">
              <a:buNone/>
              <a:defRPr sz="1680"/>
            </a:lvl6pPr>
            <a:lvl7pPr marL="4608576" indent="0">
              <a:buNone/>
              <a:defRPr sz="1680"/>
            </a:lvl7pPr>
            <a:lvl8pPr marL="5376672" indent="0">
              <a:buNone/>
              <a:defRPr sz="1680"/>
            </a:lvl8pPr>
            <a:lvl9pPr marL="6144768" indent="0">
              <a:buNone/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316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23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993602" y="701006"/>
            <a:ext cx="3312483" cy="11158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6155" y="701006"/>
            <a:ext cx="9745420" cy="11158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690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56154" y="701009"/>
            <a:ext cx="13249930" cy="2544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6154" y="3505031"/>
            <a:ext cx="13249930" cy="8354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56154" y="12203606"/>
            <a:ext cx="3456504" cy="7010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8F670-4784-4A02-AE32-D448CB75F0F1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8742" y="12203606"/>
            <a:ext cx="5184755" cy="7010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49580" y="12203606"/>
            <a:ext cx="3456504" cy="7010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504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536192" rtl="0" eaLnBrk="1" latinLnBrk="0" hangingPunct="1">
        <a:lnSpc>
          <a:spcPct val="90000"/>
        </a:lnSpc>
        <a:spcBef>
          <a:spcPct val="0"/>
        </a:spcBef>
        <a:buNone/>
        <a:defRPr sz="73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1536192" rtl="0" eaLnBrk="1" latinLnBrk="0" hangingPunct="1">
        <a:lnSpc>
          <a:spcPct val="90000"/>
        </a:lnSpc>
        <a:spcBef>
          <a:spcPts val="1680"/>
        </a:spcBef>
        <a:buFont typeface="Arial" panose="020B0604020202020204" pitchFamily="34" charset="0"/>
        <a:buChar char="•"/>
        <a:defRPr sz="4704" kern="1200">
          <a:solidFill>
            <a:schemeClr val="tx1"/>
          </a:solidFill>
          <a:latin typeface="+mn-lt"/>
          <a:ea typeface="+mn-ea"/>
          <a:cs typeface="+mn-cs"/>
        </a:defRPr>
      </a:lvl1pPr>
      <a:lvl2pPr marL="1152144" indent="-384048" algn="l" defTabSz="1536192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4032" kern="1200">
          <a:solidFill>
            <a:schemeClr val="tx1"/>
          </a:solidFill>
          <a:latin typeface="+mn-lt"/>
          <a:ea typeface="+mn-ea"/>
          <a:cs typeface="+mn-cs"/>
        </a:defRPr>
      </a:lvl2pPr>
      <a:lvl3pPr marL="1920240" indent="-384048" algn="l" defTabSz="1536192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3pPr>
      <a:lvl4pPr marL="2688336" indent="-384048" algn="l" defTabSz="1536192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4pPr>
      <a:lvl5pPr marL="3456432" indent="-384048" algn="l" defTabSz="1536192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5pPr>
      <a:lvl6pPr marL="4224528" indent="-384048" algn="l" defTabSz="1536192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6pPr>
      <a:lvl7pPr marL="4992624" indent="-384048" algn="l" defTabSz="1536192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7pPr>
      <a:lvl8pPr marL="5760720" indent="-384048" algn="l" defTabSz="1536192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8pPr>
      <a:lvl9pPr marL="6528816" indent="-384048" algn="l" defTabSz="1536192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68096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2pPr>
      <a:lvl3pPr marL="1536192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3pPr>
      <a:lvl4pPr marL="2304288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4pPr>
      <a:lvl5pPr marL="3072384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5pPr>
      <a:lvl6pPr marL="3840480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6pPr>
      <a:lvl7pPr marL="4608576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7pPr>
      <a:lvl8pPr marL="5376672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8pPr>
      <a:lvl9pPr marL="6144768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AA1CB4-EDAF-41A4-8AAD-F8ED6369A3AF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C442285-AC9B-4339-801C-179A4C5C0E18}"/>
              </a:ext>
            </a:extLst>
          </p:cNvPr>
          <p:cNvSpPr txBox="1"/>
          <p:nvPr/>
        </p:nvSpPr>
        <p:spPr>
          <a:xfrm>
            <a:off x="6035200" y="4695775"/>
            <a:ext cx="904408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/>
              <a:t>LINEAR</a:t>
            </a:r>
            <a:endParaRPr lang="en-US" sz="16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D4F0DD-612E-4C82-A247-04A82508FA28}"/>
              </a:ext>
            </a:extLst>
          </p:cNvPr>
          <p:cNvSpPr txBox="1"/>
          <p:nvPr/>
        </p:nvSpPr>
        <p:spPr>
          <a:xfrm>
            <a:off x="5054376" y="768502"/>
            <a:ext cx="626755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MENU</a:t>
            </a:r>
            <a:endParaRPr lang="en-US" sz="199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EA31D2B-EDD8-46E7-9EB2-5F5FA80AE5A5}"/>
              </a:ext>
            </a:extLst>
          </p:cNvPr>
          <p:cNvSpPr/>
          <p:nvPr/>
        </p:nvSpPr>
        <p:spPr>
          <a:xfrm>
            <a:off x="1208326" y="7980415"/>
            <a:ext cx="3142210" cy="314221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9FA954-1E27-41F5-BEC7-DEEC2596CB04}"/>
              </a:ext>
            </a:extLst>
          </p:cNvPr>
          <p:cNvCxnSpPr/>
          <p:nvPr/>
        </p:nvCxnSpPr>
        <p:spPr>
          <a:xfrm flipV="1">
            <a:off x="4167656" y="4929129"/>
            <a:ext cx="0" cy="330846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7F98D6-0FCE-484F-B0D0-B2395DF5C26D}"/>
              </a:ext>
            </a:extLst>
          </p:cNvPr>
          <p:cNvCxnSpPr>
            <a:cxnSpLocks/>
          </p:cNvCxnSpPr>
          <p:nvPr/>
        </p:nvCxnSpPr>
        <p:spPr>
          <a:xfrm flipH="1">
            <a:off x="4161306" y="4967950"/>
            <a:ext cx="18288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17D494-E236-4195-8C51-4AA817DF8B93}"/>
              </a:ext>
            </a:extLst>
          </p:cNvPr>
          <p:cNvCxnSpPr/>
          <p:nvPr/>
        </p:nvCxnSpPr>
        <p:spPr>
          <a:xfrm>
            <a:off x="4167656" y="5270270"/>
            <a:ext cx="49876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ABD3F19-16BE-4676-B652-99CDFA077BC8}"/>
              </a:ext>
            </a:extLst>
          </p:cNvPr>
          <p:cNvCxnSpPr>
            <a:cxnSpLocks/>
          </p:cNvCxnSpPr>
          <p:nvPr/>
        </p:nvCxnSpPr>
        <p:spPr>
          <a:xfrm>
            <a:off x="4167656" y="5453150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A738A1A-6C68-464F-A3F0-29862C13A4CB}"/>
              </a:ext>
            </a:extLst>
          </p:cNvPr>
          <p:cNvCxnSpPr>
            <a:cxnSpLocks/>
          </p:cNvCxnSpPr>
          <p:nvPr/>
        </p:nvCxnSpPr>
        <p:spPr>
          <a:xfrm>
            <a:off x="4167656" y="5636030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E7E9C99-B088-4DBD-A371-4C50655E4F7A}"/>
              </a:ext>
            </a:extLst>
          </p:cNvPr>
          <p:cNvCxnSpPr>
            <a:cxnSpLocks/>
          </p:cNvCxnSpPr>
          <p:nvPr/>
        </p:nvCxnSpPr>
        <p:spPr>
          <a:xfrm>
            <a:off x="4167656" y="5818910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E85A5EF-12D6-4854-A95B-83F880E25D2E}"/>
              </a:ext>
            </a:extLst>
          </p:cNvPr>
          <p:cNvCxnSpPr/>
          <p:nvPr/>
        </p:nvCxnSpPr>
        <p:spPr>
          <a:xfrm>
            <a:off x="4167656" y="5985164"/>
            <a:ext cx="49876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AA5E47F-60E9-437B-8FD3-896FD40D17FE}"/>
              </a:ext>
            </a:extLst>
          </p:cNvPr>
          <p:cNvCxnSpPr>
            <a:cxnSpLocks/>
          </p:cNvCxnSpPr>
          <p:nvPr/>
        </p:nvCxnSpPr>
        <p:spPr>
          <a:xfrm>
            <a:off x="4167657" y="6168045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A364701-5F1D-4DE9-976A-AE01FED10043}"/>
              </a:ext>
            </a:extLst>
          </p:cNvPr>
          <p:cNvCxnSpPr>
            <a:cxnSpLocks/>
          </p:cNvCxnSpPr>
          <p:nvPr/>
        </p:nvCxnSpPr>
        <p:spPr>
          <a:xfrm>
            <a:off x="4167657" y="6350925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6AA112C-A2AE-46BA-A201-FC62D749FF0E}"/>
              </a:ext>
            </a:extLst>
          </p:cNvPr>
          <p:cNvCxnSpPr>
            <a:cxnSpLocks/>
          </p:cNvCxnSpPr>
          <p:nvPr/>
        </p:nvCxnSpPr>
        <p:spPr>
          <a:xfrm>
            <a:off x="4167657" y="6533805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0EAF3C6-4AE9-4606-8DBE-DF5DC3517CAF}"/>
              </a:ext>
            </a:extLst>
          </p:cNvPr>
          <p:cNvCxnSpPr/>
          <p:nvPr/>
        </p:nvCxnSpPr>
        <p:spPr>
          <a:xfrm>
            <a:off x="4167657" y="6700059"/>
            <a:ext cx="49876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39AD19A-B813-4232-BE8D-C27A64324DCE}"/>
              </a:ext>
            </a:extLst>
          </p:cNvPr>
          <p:cNvCxnSpPr>
            <a:cxnSpLocks/>
          </p:cNvCxnSpPr>
          <p:nvPr/>
        </p:nvCxnSpPr>
        <p:spPr>
          <a:xfrm>
            <a:off x="4167656" y="6866314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AFD1718-761D-44C3-AF16-851B2C6A48D7}"/>
              </a:ext>
            </a:extLst>
          </p:cNvPr>
          <p:cNvCxnSpPr>
            <a:cxnSpLocks/>
          </p:cNvCxnSpPr>
          <p:nvPr/>
        </p:nvCxnSpPr>
        <p:spPr>
          <a:xfrm>
            <a:off x="4167656" y="7049194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5B9E344-C9A2-4A4F-8C43-1C899602F338}"/>
              </a:ext>
            </a:extLst>
          </p:cNvPr>
          <p:cNvCxnSpPr>
            <a:cxnSpLocks/>
          </p:cNvCxnSpPr>
          <p:nvPr/>
        </p:nvCxnSpPr>
        <p:spPr>
          <a:xfrm>
            <a:off x="4167656" y="7232074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553E7C5-46FE-4F3C-8DD0-34FE03CA6207}"/>
              </a:ext>
            </a:extLst>
          </p:cNvPr>
          <p:cNvCxnSpPr/>
          <p:nvPr/>
        </p:nvCxnSpPr>
        <p:spPr>
          <a:xfrm>
            <a:off x="4167656" y="7398328"/>
            <a:ext cx="49876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783986D-C759-47EA-9EEC-4484CF199DB8}"/>
              </a:ext>
            </a:extLst>
          </p:cNvPr>
          <p:cNvCxnSpPr>
            <a:cxnSpLocks/>
          </p:cNvCxnSpPr>
          <p:nvPr/>
        </p:nvCxnSpPr>
        <p:spPr>
          <a:xfrm>
            <a:off x="4167656" y="7564781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2200F1B-B06C-4031-8B64-8B7152EC6D63}"/>
              </a:ext>
            </a:extLst>
          </p:cNvPr>
          <p:cNvCxnSpPr>
            <a:cxnSpLocks/>
          </p:cNvCxnSpPr>
          <p:nvPr/>
        </p:nvCxnSpPr>
        <p:spPr>
          <a:xfrm>
            <a:off x="4167656" y="7747661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80E3144-41CB-43CB-AEFC-CD505B86CCDB}"/>
              </a:ext>
            </a:extLst>
          </p:cNvPr>
          <p:cNvCxnSpPr>
            <a:cxnSpLocks/>
          </p:cNvCxnSpPr>
          <p:nvPr/>
        </p:nvCxnSpPr>
        <p:spPr>
          <a:xfrm>
            <a:off x="4167656" y="7930541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6F14B1E1-D981-474B-9DC6-5522E0B32617}"/>
              </a:ext>
            </a:extLst>
          </p:cNvPr>
          <p:cNvSpPr/>
          <p:nvPr/>
        </p:nvSpPr>
        <p:spPr>
          <a:xfrm>
            <a:off x="2014660" y="8997237"/>
            <a:ext cx="1529541" cy="1108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cm / inch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2BF0645-3BAF-4DE4-84DB-6B511994540D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4A3C2961-8A24-47CA-A0DB-605C355531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menu_linear</a:t>
            </a:r>
            <a:endParaRPr lang="en-US" b="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DC5810-7446-406D-B3CF-0B7914C8B3B9}"/>
              </a:ext>
            </a:extLst>
          </p:cNvPr>
          <p:cNvSpPr txBox="1"/>
          <p:nvPr/>
        </p:nvSpPr>
        <p:spPr>
          <a:xfrm>
            <a:off x="5850913" y="7335529"/>
            <a:ext cx="904408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/>
              <a:t>ANGULAR</a:t>
            </a:r>
            <a:endParaRPr lang="en-US" sz="16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886802-3D4B-4160-A74C-8F027B542E3C}"/>
              </a:ext>
            </a:extLst>
          </p:cNvPr>
          <p:cNvSpPr txBox="1"/>
          <p:nvPr/>
        </p:nvSpPr>
        <p:spPr>
          <a:xfrm>
            <a:off x="5850913" y="10105803"/>
            <a:ext cx="904408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/>
              <a:t>SETTINGS</a:t>
            </a:r>
            <a:endParaRPr lang="en-US" sz="16600" b="1" dirty="0"/>
          </a:p>
        </p:txBody>
      </p:sp>
    </p:spTree>
    <p:extLst>
      <p:ext uri="{BB962C8B-B14F-4D97-AF65-F5344CB8AC3E}">
        <p14:creationId xmlns:p14="http://schemas.microsoft.com/office/powerpoint/2010/main" val="527604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4671753" y="768502"/>
            <a:ext cx="70328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LINEAR</a:t>
            </a:r>
            <a:endParaRPr lang="en-US" sz="199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20146C-93B9-4865-B742-305F60418BB2}"/>
              </a:ext>
            </a:extLst>
          </p:cNvPr>
          <p:cNvSpPr txBox="1"/>
          <p:nvPr/>
        </p:nvSpPr>
        <p:spPr>
          <a:xfrm>
            <a:off x="6367549" y="4560435"/>
            <a:ext cx="67002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/>
              <a:t>STRING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18AFDA-5710-4774-96D8-F0908BB085F4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BD11603-9B61-4B0D-A15D-1E72FDE944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linear_string</a:t>
            </a:r>
            <a:endParaRPr lang="en-US" b="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CBCE631-3590-4EB6-B5A9-6136E3E1E266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5FA4D5B-CD7F-42B4-9315-A2150C859433}"/>
              </a:ext>
            </a:extLst>
          </p:cNvPr>
          <p:cNvSpPr txBox="1"/>
          <p:nvPr/>
        </p:nvSpPr>
        <p:spPr>
          <a:xfrm>
            <a:off x="6353946" y="7330709"/>
            <a:ext cx="67002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/>
              <a:t>WHEEL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815E7C-72C8-4B01-A1BD-6E8CC1D983A1}"/>
              </a:ext>
            </a:extLst>
          </p:cNvPr>
          <p:cNvSpPr txBox="1"/>
          <p:nvPr/>
        </p:nvSpPr>
        <p:spPr>
          <a:xfrm>
            <a:off x="6367549" y="10108865"/>
            <a:ext cx="67002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/>
              <a:t>SONIC</a:t>
            </a:r>
            <a:endParaRPr lang="en-US" sz="16600" b="1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EA812FE-AA7C-41A9-B4D5-A803D8804FF3}"/>
              </a:ext>
            </a:extLst>
          </p:cNvPr>
          <p:cNvSpPr/>
          <p:nvPr/>
        </p:nvSpPr>
        <p:spPr>
          <a:xfrm>
            <a:off x="1208326" y="7980415"/>
            <a:ext cx="3142210" cy="314221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997520D-E0E2-47E8-AC66-35FD04C60043}"/>
              </a:ext>
            </a:extLst>
          </p:cNvPr>
          <p:cNvCxnSpPr/>
          <p:nvPr/>
        </p:nvCxnSpPr>
        <p:spPr>
          <a:xfrm flipV="1">
            <a:off x="4167656" y="4929129"/>
            <a:ext cx="0" cy="330846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1A0C6F-1259-419C-933B-BA65141DDDFA}"/>
              </a:ext>
            </a:extLst>
          </p:cNvPr>
          <p:cNvCxnSpPr>
            <a:cxnSpLocks/>
          </p:cNvCxnSpPr>
          <p:nvPr/>
        </p:nvCxnSpPr>
        <p:spPr>
          <a:xfrm flipH="1">
            <a:off x="4161306" y="4967950"/>
            <a:ext cx="18288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EC92BC2-E3E9-49D0-AFB3-35CD75DD2FC0}"/>
              </a:ext>
            </a:extLst>
          </p:cNvPr>
          <p:cNvCxnSpPr/>
          <p:nvPr/>
        </p:nvCxnSpPr>
        <p:spPr>
          <a:xfrm>
            <a:off x="4167656" y="5270270"/>
            <a:ext cx="49876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9F1FA56-31A1-46D9-88AA-65C0ABDEB6F3}"/>
              </a:ext>
            </a:extLst>
          </p:cNvPr>
          <p:cNvCxnSpPr>
            <a:cxnSpLocks/>
          </p:cNvCxnSpPr>
          <p:nvPr/>
        </p:nvCxnSpPr>
        <p:spPr>
          <a:xfrm>
            <a:off x="4167656" y="5453150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E4D8B5B-E3AE-4829-A487-DF07FEA512AD}"/>
              </a:ext>
            </a:extLst>
          </p:cNvPr>
          <p:cNvCxnSpPr>
            <a:cxnSpLocks/>
          </p:cNvCxnSpPr>
          <p:nvPr/>
        </p:nvCxnSpPr>
        <p:spPr>
          <a:xfrm>
            <a:off x="4167656" y="5636030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FEE1D5C-FDFC-4118-A17C-AA2A1D736C74}"/>
              </a:ext>
            </a:extLst>
          </p:cNvPr>
          <p:cNvCxnSpPr>
            <a:cxnSpLocks/>
          </p:cNvCxnSpPr>
          <p:nvPr/>
        </p:nvCxnSpPr>
        <p:spPr>
          <a:xfrm>
            <a:off x="4167656" y="5818910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535A85E-E15A-40EB-BF80-487171BB1C69}"/>
              </a:ext>
            </a:extLst>
          </p:cNvPr>
          <p:cNvCxnSpPr/>
          <p:nvPr/>
        </p:nvCxnSpPr>
        <p:spPr>
          <a:xfrm>
            <a:off x="4167656" y="5985164"/>
            <a:ext cx="49876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6EC48F2-7F7E-4C52-9C8B-3051A616C5EE}"/>
              </a:ext>
            </a:extLst>
          </p:cNvPr>
          <p:cNvCxnSpPr>
            <a:cxnSpLocks/>
          </p:cNvCxnSpPr>
          <p:nvPr/>
        </p:nvCxnSpPr>
        <p:spPr>
          <a:xfrm>
            <a:off x="4167657" y="6168045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DCA6BB9-E4EC-414E-88C4-31A66EE3CF87}"/>
              </a:ext>
            </a:extLst>
          </p:cNvPr>
          <p:cNvCxnSpPr>
            <a:cxnSpLocks/>
          </p:cNvCxnSpPr>
          <p:nvPr/>
        </p:nvCxnSpPr>
        <p:spPr>
          <a:xfrm>
            <a:off x="4167657" y="6350925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D89C44A-DEAB-4CD9-88A6-2D1A20EC5F6F}"/>
              </a:ext>
            </a:extLst>
          </p:cNvPr>
          <p:cNvCxnSpPr>
            <a:cxnSpLocks/>
          </p:cNvCxnSpPr>
          <p:nvPr/>
        </p:nvCxnSpPr>
        <p:spPr>
          <a:xfrm>
            <a:off x="4167657" y="6533805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A12860F-9286-4999-B4BD-F28A6B7B9FE7}"/>
              </a:ext>
            </a:extLst>
          </p:cNvPr>
          <p:cNvCxnSpPr/>
          <p:nvPr/>
        </p:nvCxnSpPr>
        <p:spPr>
          <a:xfrm>
            <a:off x="4167657" y="6700059"/>
            <a:ext cx="49876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B1C43B5-31EA-480A-A72D-3984DF3D0960}"/>
              </a:ext>
            </a:extLst>
          </p:cNvPr>
          <p:cNvCxnSpPr>
            <a:cxnSpLocks/>
          </p:cNvCxnSpPr>
          <p:nvPr/>
        </p:nvCxnSpPr>
        <p:spPr>
          <a:xfrm>
            <a:off x="4167656" y="6866314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3072570-05CB-45A5-80A7-8376FB8ABDE9}"/>
              </a:ext>
            </a:extLst>
          </p:cNvPr>
          <p:cNvCxnSpPr>
            <a:cxnSpLocks/>
          </p:cNvCxnSpPr>
          <p:nvPr/>
        </p:nvCxnSpPr>
        <p:spPr>
          <a:xfrm>
            <a:off x="4167656" y="7049194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8D5AA4F-53A5-4F17-8A31-9022852E5DAF}"/>
              </a:ext>
            </a:extLst>
          </p:cNvPr>
          <p:cNvCxnSpPr>
            <a:cxnSpLocks/>
          </p:cNvCxnSpPr>
          <p:nvPr/>
        </p:nvCxnSpPr>
        <p:spPr>
          <a:xfrm>
            <a:off x="4167656" y="7232074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2A6FA93-7205-4643-9DBF-E2546EF788ED}"/>
              </a:ext>
            </a:extLst>
          </p:cNvPr>
          <p:cNvCxnSpPr/>
          <p:nvPr/>
        </p:nvCxnSpPr>
        <p:spPr>
          <a:xfrm>
            <a:off x="4167656" y="7398328"/>
            <a:ext cx="49876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3F31FC7-3779-47EE-A047-E19664C12C3F}"/>
              </a:ext>
            </a:extLst>
          </p:cNvPr>
          <p:cNvCxnSpPr>
            <a:cxnSpLocks/>
          </p:cNvCxnSpPr>
          <p:nvPr/>
        </p:nvCxnSpPr>
        <p:spPr>
          <a:xfrm>
            <a:off x="4167656" y="7564781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75F4600-0E39-4E8A-8CD6-7333452AC2F5}"/>
              </a:ext>
            </a:extLst>
          </p:cNvPr>
          <p:cNvCxnSpPr>
            <a:cxnSpLocks/>
          </p:cNvCxnSpPr>
          <p:nvPr/>
        </p:nvCxnSpPr>
        <p:spPr>
          <a:xfrm>
            <a:off x="4167656" y="7747661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750D387-1443-4BCC-85F3-FB51E0EC796F}"/>
              </a:ext>
            </a:extLst>
          </p:cNvPr>
          <p:cNvCxnSpPr>
            <a:cxnSpLocks/>
          </p:cNvCxnSpPr>
          <p:nvPr/>
        </p:nvCxnSpPr>
        <p:spPr>
          <a:xfrm>
            <a:off x="4167656" y="7930541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F72CA4BB-0398-4E11-A877-75558C195597}"/>
              </a:ext>
            </a:extLst>
          </p:cNvPr>
          <p:cNvSpPr/>
          <p:nvPr/>
        </p:nvSpPr>
        <p:spPr>
          <a:xfrm>
            <a:off x="2014660" y="8997237"/>
            <a:ext cx="1529541" cy="1108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cm / inch</a:t>
            </a:r>
          </a:p>
        </p:txBody>
      </p:sp>
    </p:spTree>
    <p:extLst>
      <p:ext uri="{BB962C8B-B14F-4D97-AF65-F5344CB8AC3E}">
        <p14:creationId xmlns:p14="http://schemas.microsoft.com/office/powerpoint/2010/main" val="4156774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1346820" y="633752"/>
            <a:ext cx="70328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STRING</a:t>
            </a:r>
            <a:endParaRPr lang="en-US" sz="199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18AFDA-5710-4774-96D8-F0908BB085F4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57E046-E971-423E-8BA9-7248B92D6E8E}"/>
              </a:ext>
            </a:extLst>
          </p:cNvPr>
          <p:cNvSpPr txBox="1"/>
          <p:nvPr/>
        </p:nvSpPr>
        <p:spPr>
          <a:xfrm>
            <a:off x="2959331" y="11427554"/>
            <a:ext cx="119537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Click Enter to save</a:t>
            </a:r>
            <a:endParaRPr lang="en-US" sz="11500" b="1" dirty="0"/>
          </a:p>
        </p:txBody>
      </p:sp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15488E71-CF27-4AF1-BF12-58729F4B78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string_meas_cm</a:t>
            </a:r>
            <a:endParaRPr lang="en-US" b="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5EFF1E-F183-480C-9760-49B4E3B096F1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D39C09A-B4FD-4FF8-BFA5-BBE05EF2429D}"/>
              </a:ext>
            </a:extLst>
          </p:cNvPr>
          <p:cNvSpPr/>
          <p:nvPr/>
        </p:nvSpPr>
        <p:spPr>
          <a:xfrm>
            <a:off x="1897811" y="5010832"/>
            <a:ext cx="11662913" cy="4438995"/>
          </a:xfrm>
          <a:prstGeom prst="rect">
            <a:avLst/>
          </a:prstGeom>
          <a:noFill/>
          <a:ln w="152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421356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1418AFDA-5710-4774-96D8-F0908BB085F4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57E046-E971-423E-8BA9-7248B92D6E8E}"/>
              </a:ext>
            </a:extLst>
          </p:cNvPr>
          <p:cNvSpPr txBox="1"/>
          <p:nvPr/>
        </p:nvSpPr>
        <p:spPr>
          <a:xfrm>
            <a:off x="2959331" y="11427554"/>
            <a:ext cx="119537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Click Enter to save</a:t>
            </a:r>
            <a:endParaRPr lang="en-US" sz="11500" b="1" dirty="0"/>
          </a:p>
        </p:txBody>
      </p:sp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9ABDEEBA-6ECA-44FA-9BF3-0463CAC88E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wheel_meas_inch</a:t>
            </a:r>
            <a:endParaRPr lang="en-US" b="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BD4AF8-C25A-40CA-9C48-649ED1F21500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760F711-5BAB-406F-8C74-D6128384B494}"/>
              </a:ext>
            </a:extLst>
          </p:cNvPr>
          <p:cNvSpPr/>
          <p:nvPr/>
        </p:nvSpPr>
        <p:spPr>
          <a:xfrm>
            <a:off x="1897811" y="5010832"/>
            <a:ext cx="11662913" cy="4438995"/>
          </a:xfrm>
          <a:prstGeom prst="rect">
            <a:avLst/>
          </a:prstGeom>
          <a:noFill/>
          <a:ln w="152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432E7A-A4E3-4952-BCCE-2C596B33AB70}"/>
              </a:ext>
            </a:extLst>
          </p:cNvPr>
          <p:cNvSpPr txBox="1"/>
          <p:nvPr/>
        </p:nvSpPr>
        <p:spPr>
          <a:xfrm>
            <a:off x="1346820" y="633752"/>
            <a:ext cx="70328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WHEEL</a:t>
            </a:r>
            <a:endParaRPr lang="en-US" sz="19900" b="1" dirty="0"/>
          </a:p>
        </p:txBody>
      </p:sp>
    </p:spTree>
    <p:extLst>
      <p:ext uri="{BB962C8B-B14F-4D97-AF65-F5344CB8AC3E}">
        <p14:creationId xmlns:p14="http://schemas.microsoft.com/office/powerpoint/2010/main" val="3726832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1418AFDA-5710-4774-96D8-F0908BB085F4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57E046-E971-423E-8BA9-7248B92D6E8E}"/>
              </a:ext>
            </a:extLst>
          </p:cNvPr>
          <p:cNvSpPr txBox="1"/>
          <p:nvPr/>
        </p:nvSpPr>
        <p:spPr>
          <a:xfrm>
            <a:off x="2959331" y="11427554"/>
            <a:ext cx="119537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Click Enter to save</a:t>
            </a:r>
            <a:endParaRPr lang="en-US" sz="11500" b="1" dirty="0"/>
          </a:p>
        </p:txBody>
      </p:sp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89ADD2B6-A45D-4552-9171-07F4EA47BA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sonic_meas_cm</a:t>
            </a:r>
            <a:endParaRPr lang="en-US" b="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F0888D-4F22-4D19-B0CB-DC8AA85BC810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A8D49C4-8734-4DEA-A059-43A1E1122BAB}"/>
              </a:ext>
            </a:extLst>
          </p:cNvPr>
          <p:cNvSpPr/>
          <p:nvPr/>
        </p:nvSpPr>
        <p:spPr>
          <a:xfrm>
            <a:off x="1897811" y="5010832"/>
            <a:ext cx="11662913" cy="4438995"/>
          </a:xfrm>
          <a:prstGeom prst="rect">
            <a:avLst/>
          </a:prstGeom>
          <a:noFill/>
          <a:ln w="152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6C0B1F-44EF-46D0-BD96-C8B8C0D0C56F}"/>
              </a:ext>
            </a:extLst>
          </p:cNvPr>
          <p:cNvSpPr txBox="1"/>
          <p:nvPr/>
        </p:nvSpPr>
        <p:spPr>
          <a:xfrm>
            <a:off x="1346820" y="633752"/>
            <a:ext cx="70328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SONIC</a:t>
            </a:r>
            <a:endParaRPr lang="en-US" sz="19900" b="1" dirty="0"/>
          </a:p>
        </p:txBody>
      </p:sp>
    </p:spTree>
    <p:extLst>
      <p:ext uri="{BB962C8B-B14F-4D97-AF65-F5344CB8AC3E}">
        <p14:creationId xmlns:p14="http://schemas.microsoft.com/office/powerpoint/2010/main" val="649317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3023643" y="881310"/>
            <a:ext cx="984696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ANGULAR</a:t>
            </a:r>
            <a:endParaRPr lang="en-US" sz="199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18AFDA-5710-4774-96D8-F0908BB085F4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E552BE-FBD9-4862-9AFF-04462575664A}"/>
              </a:ext>
            </a:extLst>
          </p:cNvPr>
          <p:cNvSpPr txBox="1"/>
          <p:nvPr/>
        </p:nvSpPr>
        <p:spPr>
          <a:xfrm>
            <a:off x="10316294" y="6904642"/>
            <a:ext cx="38818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deg</a:t>
            </a:r>
            <a:endParaRPr lang="en-US" sz="199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57E046-E971-423E-8BA9-7248B92D6E8E}"/>
              </a:ext>
            </a:extLst>
          </p:cNvPr>
          <p:cNvSpPr txBox="1"/>
          <p:nvPr/>
        </p:nvSpPr>
        <p:spPr>
          <a:xfrm>
            <a:off x="2959331" y="11427554"/>
            <a:ext cx="119537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Click Enter to save</a:t>
            </a:r>
            <a:endParaRPr lang="en-US" sz="11500" b="1" dirty="0"/>
          </a:p>
        </p:txBody>
      </p:sp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2DC132E6-6CDB-4EA4-9479-4FDB48B974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angular_meas</a:t>
            </a:r>
            <a:endParaRPr lang="en-US" b="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63B042F-FD18-44A8-A4B6-BD2F2F42C35E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8E37A3A-924C-418E-9CBD-1765CDA20089}"/>
              </a:ext>
            </a:extLst>
          </p:cNvPr>
          <p:cNvSpPr/>
          <p:nvPr/>
        </p:nvSpPr>
        <p:spPr>
          <a:xfrm>
            <a:off x="2128057" y="5010832"/>
            <a:ext cx="7315200" cy="4438995"/>
          </a:xfrm>
          <a:prstGeom prst="rect">
            <a:avLst/>
          </a:prstGeom>
          <a:noFill/>
          <a:ln w="152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877336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3840717" y="768502"/>
            <a:ext cx="869487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SETTINGS</a:t>
            </a:r>
            <a:endParaRPr lang="en-US" sz="19900" b="1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7F475CD-5F86-48F4-B51E-604900AF9CE3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7EAE025-D6F2-4DCC-8DD1-BAC947D84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settings_unit</a:t>
            </a:r>
            <a:endParaRPr lang="en-US" b="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2198CF-3553-412C-99B5-B541E760A439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2CA4667-1DE0-4A58-A954-32921B6CE4E2}"/>
              </a:ext>
            </a:extLst>
          </p:cNvPr>
          <p:cNvSpPr txBox="1"/>
          <p:nvPr/>
        </p:nvSpPr>
        <p:spPr>
          <a:xfrm>
            <a:off x="6367549" y="4560435"/>
            <a:ext cx="67002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/>
              <a:t>Unit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C3C5B7-FCDB-46C1-9F6E-1AA152CB2ACD}"/>
              </a:ext>
            </a:extLst>
          </p:cNvPr>
          <p:cNvSpPr txBox="1"/>
          <p:nvPr/>
        </p:nvSpPr>
        <p:spPr>
          <a:xfrm>
            <a:off x="6353946" y="7330709"/>
            <a:ext cx="943239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/>
              <a:t>    Status</a:t>
            </a:r>
          </a:p>
        </p:txBody>
      </p:sp>
      <p:pic>
        <p:nvPicPr>
          <p:cNvPr id="4" name="Graphic 3" descr="Battery charging with solid fill">
            <a:extLst>
              <a:ext uri="{FF2B5EF4-FFF2-40B4-BE49-F238E27FC236}">
                <a16:creationId xmlns:a16="http://schemas.microsoft.com/office/drawing/2014/main" id="{1F44F358-96F7-4956-BA83-8816491DD8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6079076" y="7529017"/>
            <a:ext cx="1868051" cy="186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913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6085153" y="818379"/>
            <a:ext cx="437225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Unit</a:t>
            </a:r>
            <a:endParaRPr lang="en-US" sz="19900" b="1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7F475CD-5F86-48F4-B51E-604900AF9CE3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27917A0-2AA7-4A9E-BF46-2395DC19DA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unit_cm</a:t>
            </a:r>
            <a:endParaRPr lang="en-US" b="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70E243-DE37-4EFA-A97F-FD14A02BCBEE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B413C6E-EA84-489F-AF71-853B1D41E5DD}"/>
              </a:ext>
            </a:extLst>
          </p:cNvPr>
          <p:cNvSpPr txBox="1"/>
          <p:nvPr/>
        </p:nvSpPr>
        <p:spPr>
          <a:xfrm>
            <a:off x="7523489" y="4432781"/>
            <a:ext cx="67002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/>
              <a:t>cm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D9CE55-AB3D-480E-A144-47F8D30A41A4}"/>
              </a:ext>
            </a:extLst>
          </p:cNvPr>
          <p:cNvSpPr txBox="1"/>
          <p:nvPr/>
        </p:nvSpPr>
        <p:spPr>
          <a:xfrm>
            <a:off x="7523489" y="7307028"/>
            <a:ext cx="67002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/>
              <a:t>inch</a:t>
            </a:r>
          </a:p>
        </p:txBody>
      </p:sp>
      <p:pic>
        <p:nvPicPr>
          <p:cNvPr id="6" name="Graphic 5" descr="Drawing Compass">
            <a:extLst>
              <a:ext uri="{FF2B5EF4-FFF2-40B4-BE49-F238E27FC236}">
                <a16:creationId xmlns:a16="http://schemas.microsoft.com/office/drawing/2014/main" id="{78B8A3BA-7058-40B4-B340-9E84DEA51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754944">
            <a:off x="41197" y="5699692"/>
            <a:ext cx="5430660" cy="543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355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1828800" y="768502"/>
            <a:ext cx="1243166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Charge Status</a:t>
            </a:r>
            <a:endParaRPr lang="en-US" sz="19900" b="1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7F475CD-5F86-48F4-B51E-604900AF9CE3}"/>
              </a:ext>
            </a:extLst>
          </p:cNvPr>
          <p:cNvSpPr/>
          <p:nvPr/>
        </p:nvSpPr>
        <p:spPr>
          <a:xfrm>
            <a:off x="-142796" y="83125"/>
            <a:ext cx="15411547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924F92-E7C3-422E-877B-E7EB405C5E85}"/>
              </a:ext>
            </a:extLst>
          </p:cNvPr>
          <p:cNvSpPr txBox="1"/>
          <p:nvPr/>
        </p:nvSpPr>
        <p:spPr>
          <a:xfrm>
            <a:off x="319355" y="4341449"/>
            <a:ext cx="150444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Keep LCD on while charging?</a:t>
            </a:r>
            <a:endParaRPr lang="en-US" sz="11500" b="1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A19E45B-5958-4CA8-8AD0-8984223012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charge_status_on</a:t>
            </a:r>
            <a:endParaRPr lang="en-US" b="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5042F5-D877-4C4B-A6AD-957C789077F6}"/>
              </a:ext>
            </a:extLst>
          </p:cNvPr>
          <p:cNvCxnSpPr>
            <a:cxnSpLocks/>
          </p:cNvCxnSpPr>
          <p:nvPr/>
        </p:nvCxnSpPr>
        <p:spPr>
          <a:xfrm>
            <a:off x="1135747" y="3615204"/>
            <a:ext cx="13411687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BC1444B-F46F-4E95-82FB-F6730DE88AF3}"/>
              </a:ext>
            </a:extLst>
          </p:cNvPr>
          <p:cNvSpPr txBox="1"/>
          <p:nvPr/>
        </p:nvSpPr>
        <p:spPr>
          <a:xfrm>
            <a:off x="6353946" y="7330709"/>
            <a:ext cx="67002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/>
              <a:t>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3E9339-EE1B-44ED-B06F-9CE5457CBD58}"/>
              </a:ext>
            </a:extLst>
          </p:cNvPr>
          <p:cNvSpPr txBox="1"/>
          <p:nvPr/>
        </p:nvSpPr>
        <p:spPr>
          <a:xfrm>
            <a:off x="6367549" y="10108865"/>
            <a:ext cx="67002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/>
              <a:t>OFF</a:t>
            </a:r>
            <a:endParaRPr lang="en-US" sz="16600" b="1" dirty="0"/>
          </a:p>
        </p:txBody>
      </p:sp>
      <p:pic>
        <p:nvPicPr>
          <p:cNvPr id="19" name="Graphic 18" descr="Battery charging with solid fill">
            <a:extLst>
              <a:ext uri="{FF2B5EF4-FFF2-40B4-BE49-F238E27FC236}">
                <a16:creationId xmlns:a16="http://schemas.microsoft.com/office/drawing/2014/main" id="{C51DF48B-20EB-44D6-9A8C-A83D86D966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37585" y="7873529"/>
            <a:ext cx="3533660" cy="353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387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307</TotalTime>
  <Words>91</Words>
  <Application>Microsoft Office PowerPoint</Application>
  <PresentationFormat>Custom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menu_linear</vt:lpstr>
      <vt:lpstr>linear_string</vt:lpstr>
      <vt:lpstr>string_meas_cm</vt:lpstr>
      <vt:lpstr>wheel_meas_inch</vt:lpstr>
      <vt:lpstr>sonic_meas_cm</vt:lpstr>
      <vt:lpstr>angular_meas</vt:lpstr>
      <vt:lpstr>settings_unit</vt:lpstr>
      <vt:lpstr>unit_cm</vt:lpstr>
      <vt:lpstr>charge_status_on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Rajat Chaple</dc:creator>
  <cp:lastModifiedBy>Rajat Chaple</cp:lastModifiedBy>
  <cp:revision>17</cp:revision>
  <dcterms:created xsi:type="dcterms:W3CDTF">2022-04-01T23:29:50Z</dcterms:created>
  <dcterms:modified xsi:type="dcterms:W3CDTF">2022-04-19T05:25:46Z</dcterms:modified>
</cp:coreProperties>
</file>